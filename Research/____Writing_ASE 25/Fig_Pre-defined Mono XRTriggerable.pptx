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4751388" cy="1403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87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672" y="16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3924" y="229669"/>
            <a:ext cx="3563541" cy="488574"/>
          </a:xfrm>
        </p:spPr>
        <p:txBody>
          <a:bodyPr anchor="b"/>
          <a:lstStyle>
            <a:lvl1pPr algn="ctr">
              <a:defRPr sz="12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3924" y="737084"/>
            <a:ext cx="3563541" cy="338818"/>
          </a:xfrm>
        </p:spPr>
        <p:txBody>
          <a:bodyPr/>
          <a:lstStyle>
            <a:lvl1pPr marL="0" indent="0" algn="ctr">
              <a:buNone/>
              <a:defRPr sz="491"/>
            </a:lvl1pPr>
            <a:lvl2pPr marL="93543" indent="0" algn="ctr">
              <a:buNone/>
              <a:defRPr sz="409"/>
            </a:lvl2pPr>
            <a:lvl3pPr marL="187086" indent="0" algn="ctr">
              <a:buNone/>
              <a:defRPr sz="368"/>
            </a:lvl3pPr>
            <a:lvl4pPr marL="280629" indent="0" algn="ctr">
              <a:buNone/>
              <a:defRPr sz="327"/>
            </a:lvl4pPr>
            <a:lvl5pPr marL="374172" indent="0" algn="ctr">
              <a:buNone/>
              <a:defRPr sz="327"/>
            </a:lvl5pPr>
            <a:lvl6pPr marL="467716" indent="0" algn="ctr">
              <a:buNone/>
              <a:defRPr sz="327"/>
            </a:lvl6pPr>
            <a:lvl7pPr marL="561259" indent="0" algn="ctr">
              <a:buNone/>
              <a:defRPr sz="327"/>
            </a:lvl7pPr>
            <a:lvl8pPr marL="654802" indent="0" algn="ctr">
              <a:buNone/>
              <a:defRPr sz="327"/>
            </a:lvl8pPr>
            <a:lvl9pPr marL="748345" indent="0" algn="ctr">
              <a:buNone/>
              <a:defRPr sz="32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F0344-115F-42E2-BBD1-C4C012BFAD7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23279-009B-4EA3-A076-FCDAC363F1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51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F0344-115F-42E2-BBD1-C4C012BFAD7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23279-009B-4EA3-A076-FCDAC363F1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668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183" y="349863"/>
            <a:ext cx="4098072" cy="583755"/>
          </a:xfrm>
        </p:spPr>
        <p:txBody>
          <a:bodyPr anchor="b"/>
          <a:lstStyle>
            <a:lvl1pPr>
              <a:defRPr sz="12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183" y="939140"/>
            <a:ext cx="4098072" cy="306983"/>
          </a:xfrm>
        </p:spPr>
        <p:txBody>
          <a:bodyPr/>
          <a:lstStyle>
            <a:lvl1pPr marL="0" indent="0">
              <a:buNone/>
              <a:defRPr sz="491">
                <a:solidFill>
                  <a:schemeClr val="tx1">
                    <a:tint val="75000"/>
                  </a:schemeClr>
                </a:solidFill>
              </a:defRPr>
            </a:lvl1pPr>
            <a:lvl2pPr marL="93543" indent="0">
              <a:buNone/>
              <a:defRPr sz="409">
                <a:solidFill>
                  <a:schemeClr val="tx1">
                    <a:tint val="75000"/>
                  </a:schemeClr>
                </a:solidFill>
              </a:defRPr>
            </a:lvl2pPr>
            <a:lvl3pPr marL="187086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3pPr>
            <a:lvl4pPr marL="280629" indent="0">
              <a:buNone/>
              <a:defRPr sz="327">
                <a:solidFill>
                  <a:schemeClr val="tx1">
                    <a:tint val="75000"/>
                  </a:schemeClr>
                </a:solidFill>
              </a:defRPr>
            </a:lvl4pPr>
            <a:lvl5pPr marL="374172" indent="0">
              <a:buNone/>
              <a:defRPr sz="327">
                <a:solidFill>
                  <a:schemeClr val="tx1">
                    <a:tint val="75000"/>
                  </a:schemeClr>
                </a:solidFill>
              </a:defRPr>
            </a:lvl5pPr>
            <a:lvl6pPr marL="467716" indent="0">
              <a:buNone/>
              <a:defRPr sz="327">
                <a:solidFill>
                  <a:schemeClr val="tx1">
                    <a:tint val="75000"/>
                  </a:schemeClr>
                </a:solidFill>
              </a:defRPr>
            </a:lvl6pPr>
            <a:lvl7pPr marL="561259" indent="0">
              <a:buNone/>
              <a:defRPr sz="327">
                <a:solidFill>
                  <a:schemeClr val="tx1">
                    <a:tint val="75000"/>
                  </a:schemeClr>
                </a:solidFill>
              </a:defRPr>
            </a:lvl7pPr>
            <a:lvl8pPr marL="654802" indent="0">
              <a:buNone/>
              <a:defRPr sz="327">
                <a:solidFill>
                  <a:schemeClr val="tx1">
                    <a:tint val="75000"/>
                  </a:schemeClr>
                </a:solidFill>
              </a:defRPr>
            </a:lvl8pPr>
            <a:lvl9pPr marL="748345" indent="0">
              <a:buNone/>
              <a:defRPr sz="3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F0344-115F-42E2-BBD1-C4C012BFAD7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23279-009B-4EA3-A076-FCDAC363F1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45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6658" y="373577"/>
            <a:ext cx="2019340" cy="890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5390" y="373577"/>
            <a:ext cx="2019340" cy="890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F0344-115F-42E2-BBD1-C4C012BFAD7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23279-009B-4EA3-A076-FCDAC363F1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37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277" y="74716"/>
            <a:ext cx="4098072" cy="27124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7277" y="344016"/>
            <a:ext cx="2010060" cy="168597"/>
          </a:xfrm>
        </p:spPr>
        <p:txBody>
          <a:bodyPr anchor="b"/>
          <a:lstStyle>
            <a:lvl1pPr marL="0" indent="0">
              <a:buNone/>
              <a:defRPr sz="491" b="1"/>
            </a:lvl1pPr>
            <a:lvl2pPr marL="93543" indent="0">
              <a:buNone/>
              <a:defRPr sz="409" b="1"/>
            </a:lvl2pPr>
            <a:lvl3pPr marL="187086" indent="0">
              <a:buNone/>
              <a:defRPr sz="368" b="1"/>
            </a:lvl3pPr>
            <a:lvl4pPr marL="280629" indent="0">
              <a:buNone/>
              <a:defRPr sz="327" b="1"/>
            </a:lvl4pPr>
            <a:lvl5pPr marL="374172" indent="0">
              <a:buNone/>
              <a:defRPr sz="327" b="1"/>
            </a:lvl5pPr>
            <a:lvl6pPr marL="467716" indent="0">
              <a:buNone/>
              <a:defRPr sz="327" b="1"/>
            </a:lvl6pPr>
            <a:lvl7pPr marL="561259" indent="0">
              <a:buNone/>
              <a:defRPr sz="327" b="1"/>
            </a:lvl7pPr>
            <a:lvl8pPr marL="654802" indent="0">
              <a:buNone/>
              <a:defRPr sz="327" b="1"/>
            </a:lvl8pPr>
            <a:lvl9pPr marL="748345" indent="0">
              <a:buNone/>
              <a:defRPr sz="32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277" y="512613"/>
            <a:ext cx="2010060" cy="7539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5390" y="344016"/>
            <a:ext cx="2019959" cy="168597"/>
          </a:xfrm>
        </p:spPr>
        <p:txBody>
          <a:bodyPr anchor="b"/>
          <a:lstStyle>
            <a:lvl1pPr marL="0" indent="0">
              <a:buNone/>
              <a:defRPr sz="491" b="1"/>
            </a:lvl1pPr>
            <a:lvl2pPr marL="93543" indent="0">
              <a:buNone/>
              <a:defRPr sz="409" b="1"/>
            </a:lvl2pPr>
            <a:lvl3pPr marL="187086" indent="0">
              <a:buNone/>
              <a:defRPr sz="368" b="1"/>
            </a:lvl3pPr>
            <a:lvl4pPr marL="280629" indent="0">
              <a:buNone/>
              <a:defRPr sz="327" b="1"/>
            </a:lvl4pPr>
            <a:lvl5pPr marL="374172" indent="0">
              <a:buNone/>
              <a:defRPr sz="327" b="1"/>
            </a:lvl5pPr>
            <a:lvl6pPr marL="467716" indent="0">
              <a:buNone/>
              <a:defRPr sz="327" b="1"/>
            </a:lvl6pPr>
            <a:lvl7pPr marL="561259" indent="0">
              <a:buNone/>
              <a:defRPr sz="327" b="1"/>
            </a:lvl7pPr>
            <a:lvl8pPr marL="654802" indent="0">
              <a:buNone/>
              <a:defRPr sz="327" b="1"/>
            </a:lvl8pPr>
            <a:lvl9pPr marL="748345" indent="0">
              <a:buNone/>
              <a:defRPr sz="32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05390" y="512613"/>
            <a:ext cx="2019959" cy="7539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F0344-115F-42E2-BBD1-C4C012BFAD7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23279-009B-4EA3-A076-FCDAC363F1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03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F0344-115F-42E2-BBD1-C4C012BFAD7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23279-009B-4EA3-A076-FCDAC363F1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9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F0344-115F-42E2-BBD1-C4C012BFAD7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23279-009B-4EA3-A076-FCDAC363F1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789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277" y="93557"/>
            <a:ext cx="1532446" cy="327448"/>
          </a:xfrm>
        </p:spPr>
        <p:txBody>
          <a:bodyPr anchor="b"/>
          <a:lstStyle>
            <a:lvl1pPr>
              <a:defRPr sz="6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959" y="202057"/>
            <a:ext cx="2405390" cy="997288"/>
          </a:xfrm>
        </p:spPr>
        <p:txBody>
          <a:bodyPr/>
          <a:lstStyle>
            <a:lvl1pPr>
              <a:defRPr sz="655"/>
            </a:lvl1pPr>
            <a:lvl2pPr>
              <a:defRPr sz="573"/>
            </a:lvl2pPr>
            <a:lvl3pPr>
              <a:defRPr sz="491"/>
            </a:lvl3pPr>
            <a:lvl4pPr>
              <a:defRPr sz="409"/>
            </a:lvl4pPr>
            <a:lvl5pPr>
              <a:defRPr sz="409"/>
            </a:lvl5pPr>
            <a:lvl6pPr>
              <a:defRPr sz="409"/>
            </a:lvl6pPr>
            <a:lvl7pPr>
              <a:defRPr sz="409"/>
            </a:lvl7pPr>
            <a:lvl8pPr>
              <a:defRPr sz="409"/>
            </a:lvl8pPr>
            <a:lvl9pPr>
              <a:defRPr sz="40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7277" y="421005"/>
            <a:ext cx="1532446" cy="779964"/>
          </a:xfrm>
        </p:spPr>
        <p:txBody>
          <a:bodyPr/>
          <a:lstStyle>
            <a:lvl1pPr marL="0" indent="0">
              <a:buNone/>
              <a:defRPr sz="327"/>
            </a:lvl1pPr>
            <a:lvl2pPr marL="93543" indent="0">
              <a:buNone/>
              <a:defRPr sz="286"/>
            </a:lvl2pPr>
            <a:lvl3pPr marL="187086" indent="0">
              <a:buNone/>
              <a:defRPr sz="246"/>
            </a:lvl3pPr>
            <a:lvl4pPr marL="280629" indent="0">
              <a:buNone/>
              <a:defRPr sz="205"/>
            </a:lvl4pPr>
            <a:lvl5pPr marL="374172" indent="0">
              <a:buNone/>
              <a:defRPr sz="205"/>
            </a:lvl5pPr>
            <a:lvl6pPr marL="467716" indent="0">
              <a:buNone/>
              <a:defRPr sz="205"/>
            </a:lvl6pPr>
            <a:lvl7pPr marL="561259" indent="0">
              <a:buNone/>
              <a:defRPr sz="205"/>
            </a:lvl7pPr>
            <a:lvl8pPr marL="654802" indent="0">
              <a:buNone/>
              <a:defRPr sz="205"/>
            </a:lvl8pPr>
            <a:lvl9pPr marL="748345" indent="0">
              <a:buNone/>
              <a:defRPr sz="2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F0344-115F-42E2-BBD1-C4C012BFAD7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23279-009B-4EA3-A076-FCDAC363F1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654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277" y="93557"/>
            <a:ext cx="1532446" cy="327448"/>
          </a:xfrm>
        </p:spPr>
        <p:txBody>
          <a:bodyPr anchor="b"/>
          <a:lstStyle>
            <a:lvl1pPr>
              <a:defRPr sz="6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19959" y="202057"/>
            <a:ext cx="2405390" cy="997288"/>
          </a:xfrm>
        </p:spPr>
        <p:txBody>
          <a:bodyPr anchor="t"/>
          <a:lstStyle>
            <a:lvl1pPr marL="0" indent="0">
              <a:buNone/>
              <a:defRPr sz="655"/>
            </a:lvl1pPr>
            <a:lvl2pPr marL="93543" indent="0">
              <a:buNone/>
              <a:defRPr sz="573"/>
            </a:lvl2pPr>
            <a:lvl3pPr marL="187086" indent="0">
              <a:buNone/>
              <a:defRPr sz="491"/>
            </a:lvl3pPr>
            <a:lvl4pPr marL="280629" indent="0">
              <a:buNone/>
              <a:defRPr sz="409"/>
            </a:lvl4pPr>
            <a:lvl5pPr marL="374172" indent="0">
              <a:buNone/>
              <a:defRPr sz="409"/>
            </a:lvl5pPr>
            <a:lvl6pPr marL="467716" indent="0">
              <a:buNone/>
              <a:defRPr sz="409"/>
            </a:lvl6pPr>
            <a:lvl7pPr marL="561259" indent="0">
              <a:buNone/>
              <a:defRPr sz="409"/>
            </a:lvl7pPr>
            <a:lvl8pPr marL="654802" indent="0">
              <a:buNone/>
              <a:defRPr sz="409"/>
            </a:lvl8pPr>
            <a:lvl9pPr marL="748345" indent="0">
              <a:buNone/>
              <a:defRPr sz="40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7277" y="421005"/>
            <a:ext cx="1532446" cy="779964"/>
          </a:xfrm>
        </p:spPr>
        <p:txBody>
          <a:bodyPr/>
          <a:lstStyle>
            <a:lvl1pPr marL="0" indent="0">
              <a:buNone/>
              <a:defRPr sz="327"/>
            </a:lvl1pPr>
            <a:lvl2pPr marL="93543" indent="0">
              <a:buNone/>
              <a:defRPr sz="286"/>
            </a:lvl2pPr>
            <a:lvl3pPr marL="187086" indent="0">
              <a:buNone/>
              <a:defRPr sz="246"/>
            </a:lvl3pPr>
            <a:lvl4pPr marL="280629" indent="0">
              <a:buNone/>
              <a:defRPr sz="205"/>
            </a:lvl4pPr>
            <a:lvl5pPr marL="374172" indent="0">
              <a:buNone/>
              <a:defRPr sz="205"/>
            </a:lvl5pPr>
            <a:lvl6pPr marL="467716" indent="0">
              <a:buNone/>
              <a:defRPr sz="205"/>
            </a:lvl6pPr>
            <a:lvl7pPr marL="561259" indent="0">
              <a:buNone/>
              <a:defRPr sz="205"/>
            </a:lvl7pPr>
            <a:lvl8pPr marL="654802" indent="0">
              <a:buNone/>
              <a:defRPr sz="205"/>
            </a:lvl8pPr>
            <a:lvl9pPr marL="748345" indent="0">
              <a:buNone/>
              <a:defRPr sz="2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F0344-115F-42E2-BBD1-C4C012BFAD7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23279-009B-4EA3-A076-FCDAC363F1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195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F0344-115F-42E2-BBD1-C4C012BFAD7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23279-009B-4EA3-A076-FCDAC363F1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66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00212" y="74716"/>
            <a:ext cx="1024518" cy="118927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6658" y="74716"/>
            <a:ext cx="3014162" cy="118927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F0344-115F-42E2-BBD1-C4C012BFAD7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23279-009B-4EA3-A076-FCDAC363F1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25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6658" y="74716"/>
            <a:ext cx="4098072" cy="271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6658" y="373577"/>
            <a:ext cx="4098072" cy="890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6658" y="1300698"/>
            <a:ext cx="1069062" cy="74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F0344-115F-42E2-BBD1-C4C012BFAD7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73898" y="1300698"/>
            <a:ext cx="1603593" cy="74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55668" y="1300698"/>
            <a:ext cx="1069062" cy="74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23279-009B-4EA3-A076-FCDAC363F1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191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87086" rtl="0" eaLnBrk="1" latinLnBrk="0" hangingPunct="1">
        <a:lnSpc>
          <a:spcPct val="90000"/>
        </a:lnSpc>
        <a:spcBef>
          <a:spcPct val="0"/>
        </a:spcBef>
        <a:buNone/>
        <a:defRPr sz="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772" indent="-46772" algn="l" defTabSz="187086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573" kern="1200">
          <a:solidFill>
            <a:schemeClr val="tx1"/>
          </a:solidFill>
          <a:latin typeface="+mn-lt"/>
          <a:ea typeface="+mn-ea"/>
          <a:cs typeface="+mn-cs"/>
        </a:defRPr>
      </a:lvl1pPr>
      <a:lvl2pPr marL="140315" indent="-46772" algn="l" defTabSz="187086" rtl="0" eaLnBrk="1" latinLnBrk="0" hangingPunct="1">
        <a:lnSpc>
          <a:spcPct val="90000"/>
        </a:lnSpc>
        <a:spcBef>
          <a:spcPts val="102"/>
        </a:spcBef>
        <a:buFont typeface="Arial" panose="020B0604020202020204" pitchFamily="34" charset="0"/>
        <a:buChar char="•"/>
        <a:defRPr sz="491" kern="1200">
          <a:solidFill>
            <a:schemeClr val="tx1"/>
          </a:solidFill>
          <a:latin typeface="+mn-lt"/>
          <a:ea typeface="+mn-ea"/>
          <a:cs typeface="+mn-cs"/>
        </a:defRPr>
      </a:lvl2pPr>
      <a:lvl3pPr marL="233858" indent="-46772" algn="l" defTabSz="187086" rtl="0" eaLnBrk="1" latinLnBrk="0" hangingPunct="1">
        <a:lnSpc>
          <a:spcPct val="90000"/>
        </a:lnSpc>
        <a:spcBef>
          <a:spcPts val="102"/>
        </a:spcBef>
        <a:buFont typeface="Arial" panose="020B0604020202020204" pitchFamily="34" charset="0"/>
        <a:buChar char="•"/>
        <a:defRPr sz="409" kern="1200">
          <a:solidFill>
            <a:schemeClr val="tx1"/>
          </a:solidFill>
          <a:latin typeface="+mn-lt"/>
          <a:ea typeface="+mn-ea"/>
          <a:cs typeface="+mn-cs"/>
        </a:defRPr>
      </a:lvl3pPr>
      <a:lvl4pPr marL="327401" indent="-46772" algn="l" defTabSz="187086" rtl="0" eaLnBrk="1" latinLnBrk="0" hangingPunct="1">
        <a:lnSpc>
          <a:spcPct val="90000"/>
        </a:lnSpc>
        <a:spcBef>
          <a:spcPts val="102"/>
        </a:spcBef>
        <a:buFont typeface="Arial" panose="020B0604020202020204" pitchFamily="34" charset="0"/>
        <a:buChar char="•"/>
        <a:defRPr sz="368" kern="1200">
          <a:solidFill>
            <a:schemeClr val="tx1"/>
          </a:solidFill>
          <a:latin typeface="+mn-lt"/>
          <a:ea typeface="+mn-ea"/>
          <a:cs typeface="+mn-cs"/>
        </a:defRPr>
      </a:lvl4pPr>
      <a:lvl5pPr marL="420944" indent="-46772" algn="l" defTabSz="187086" rtl="0" eaLnBrk="1" latinLnBrk="0" hangingPunct="1">
        <a:lnSpc>
          <a:spcPct val="90000"/>
        </a:lnSpc>
        <a:spcBef>
          <a:spcPts val="102"/>
        </a:spcBef>
        <a:buFont typeface="Arial" panose="020B0604020202020204" pitchFamily="34" charset="0"/>
        <a:buChar char="•"/>
        <a:defRPr sz="368" kern="1200">
          <a:solidFill>
            <a:schemeClr val="tx1"/>
          </a:solidFill>
          <a:latin typeface="+mn-lt"/>
          <a:ea typeface="+mn-ea"/>
          <a:cs typeface="+mn-cs"/>
        </a:defRPr>
      </a:lvl5pPr>
      <a:lvl6pPr marL="514487" indent="-46772" algn="l" defTabSz="187086" rtl="0" eaLnBrk="1" latinLnBrk="0" hangingPunct="1">
        <a:lnSpc>
          <a:spcPct val="90000"/>
        </a:lnSpc>
        <a:spcBef>
          <a:spcPts val="102"/>
        </a:spcBef>
        <a:buFont typeface="Arial" panose="020B0604020202020204" pitchFamily="34" charset="0"/>
        <a:buChar char="•"/>
        <a:defRPr sz="368" kern="1200">
          <a:solidFill>
            <a:schemeClr val="tx1"/>
          </a:solidFill>
          <a:latin typeface="+mn-lt"/>
          <a:ea typeface="+mn-ea"/>
          <a:cs typeface="+mn-cs"/>
        </a:defRPr>
      </a:lvl6pPr>
      <a:lvl7pPr marL="608030" indent="-46772" algn="l" defTabSz="187086" rtl="0" eaLnBrk="1" latinLnBrk="0" hangingPunct="1">
        <a:lnSpc>
          <a:spcPct val="90000"/>
        </a:lnSpc>
        <a:spcBef>
          <a:spcPts val="102"/>
        </a:spcBef>
        <a:buFont typeface="Arial" panose="020B0604020202020204" pitchFamily="34" charset="0"/>
        <a:buChar char="•"/>
        <a:defRPr sz="368" kern="1200">
          <a:solidFill>
            <a:schemeClr val="tx1"/>
          </a:solidFill>
          <a:latin typeface="+mn-lt"/>
          <a:ea typeface="+mn-ea"/>
          <a:cs typeface="+mn-cs"/>
        </a:defRPr>
      </a:lvl7pPr>
      <a:lvl8pPr marL="701573" indent="-46772" algn="l" defTabSz="187086" rtl="0" eaLnBrk="1" latinLnBrk="0" hangingPunct="1">
        <a:lnSpc>
          <a:spcPct val="90000"/>
        </a:lnSpc>
        <a:spcBef>
          <a:spcPts val="102"/>
        </a:spcBef>
        <a:buFont typeface="Arial" panose="020B0604020202020204" pitchFamily="34" charset="0"/>
        <a:buChar char="•"/>
        <a:defRPr sz="368" kern="1200">
          <a:solidFill>
            <a:schemeClr val="tx1"/>
          </a:solidFill>
          <a:latin typeface="+mn-lt"/>
          <a:ea typeface="+mn-ea"/>
          <a:cs typeface="+mn-cs"/>
        </a:defRPr>
      </a:lvl8pPr>
      <a:lvl9pPr marL="795117" indent="-46772" algn="l" defTabSz="187086" rtl="0" eaLnBrk="1" latinLnBrk="0" hangingPunct="1">
        <a:lnSpc>
          <a:spcPct val="90000"/>
        </a:lnSpc>
        <a:spcBef>
          <a:spcPts val="102"/>
        </a:spcBef>
        <a:buFont typeface="Arial" panose="020B0604020202020204" pitchFamily="34" charset="0"/>
        <a:buChar char="•"/>
        <a:defRPr sz="3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7086" rtl="0" eaLnBrk="1" latinLnBrk="0" hangingPunct="1">
        <a:defRPr sz="368" kern="1200">
          <a:solidFill>
            <a:schemeClr val="tx1"/>
          </a:solidFill>
          <a:latin typeface="+mn-lt"/>
          <a:ea typeface="+mn-ea"/>
          <a:cs typeface="+mn-cs"/>
        </a:defRPr>
      </a:lvl1pPr>
      <a:lvl2pPr marL="93543" algn="l" defTabSz="187086" rtl="0" eaLnBrk="1" latinLnBrk="0" hangingPunct="1">
        <a:defRPr sz="368" kern="1200">
          <a:solidFill>
            <a:schemeClr val="tx1"/>
          </a:solidFill>
          <a:latin typeface="+mn-lt"/>
          <a:ea typeface="+mn-ea"/>
          <a:cs typeface="+mn-cs"/>
        </a:defRPr>
      </a:lvl2pPr>
      <a:lvl3pPr marL="187086" algn="l" defTabSz="187086" rtl="0" eaLnBrk="1" latinLnBrk="0" hangingPunct="1">
        <a:defRPr sz="368" kern="1200">
          <a:solidFill>
            <a:schemeClr val="tx1"/>
          </a:solidFill>
          <a:latin typeface="+mn-lt"/>
          <a:ea typeface="+mn-ea"/>
          <a:cs typeface="+mn-cs"/>
        </a:defRPr>
      </a:lvl3pPr>
      <a:lvl4pPr marL="280629" algn="l" defTabSz="187086" rtl="0" eaLnBrk="1" latinLnBrk="0" hangingPunct="1">
        <a:defRPr sz="368" kern="1200">
          <a:solidFill>
            <a:schemeClr val="tx1"/>
          </a:solidFill>
          <a:latin typeface="+mn-lt"/>
          <a:ea typeface="+mn-ea"/>
          <a:cs typeface="+mn-cs"/>
        </a:defRPr>
      </a:lvl4pPr>
      <a:lvl5pPr marL="374172" algn="l" defTabSz="187086" rtl="0" eaLnBrk="1" latinLnBrk="0" hangingPunct="1">
        <a:defRPr sz="368" kern="1200">
          <a:solidFill>
            <a:schemeClr val="tx1"/>
          </a:solidFill>
          <a:latin typeface="+mn-lt"/>
          <a:ea typeface="+mn-ea"/>
          <a:cs typeface="+mn-cs"/>
        </a:defRPr>
      </a:lvl5pPr>
      <a:lvl6pPr marL="467716" algn="l" defTabSz="187086" rtl="0" eaLnBrk="1" latinLnBrk="0" hangingPunct="1">
        <a:defRPr sz="368" kern="1200">
          <a:solidFill>
            <a:schemeClr val="tx1"/>
          </a:solidFill>
          <a:latin typeface="+mn-lt"/>
          <a:ea typeface="+mn-ea"/>
          <a:cs typeface="+mn-cs"/>
        </a:defRPr>
      </a:lvl6pPr>
      <a:lvl7pPr marL="561259" algn="l" defTabSz="187086" rtl="0" eaLnBrk="1" latinLnBrk="0" hangingPunct="1">
        <a:defRPr sz="368" kern="1200">
          <a:solidFill>
            <a:schemeClr val="tx1"/>
          </a:solidFill>
          <a:latin typeface="+mn-lt"/>
          <a:ea typeface="+mn-ea"/>
          <a:cs typeface="+mn-cs"/>
        </a:defRPr>
      </a:lvl7pPr>
      <a:lvl8pPr marL="654802" algn="l" defTabSz="187086" rtl="0" eaLnBrk="1" latinLnBrk="0" hangingPunct="1">
        <a:defRPr sz="368" kern="1200">
          <a:solidFill>
            <a:schemeClr val="tx1"/>
          </a:solidFill>
          <a:latin typeface="+mn-lt"/>
          <a:ea typeface="+mn-ea"/>
          <a:cs typeface="+mn-cs"/>
        </a:defRPr>
      </a:lvl8pPr>
      <a:lvl9pPr marL="748345" algn="l" defTabSz="187086" rtl="0" eaLnBrk="1" latinLnBrk="0" hangingPunct="1">
        <a:defRPr sz="3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5EE87A3-6A8F-DF21-87FF-A3F7681657E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-1" t="5701" r="-465" b="67016"/>
          <a:stretch>
            <a:fillRect/>
          </a:stretch>
        </p:blipFill>
        <p:spPr>
          <a:xfrm>
            <a:off x="39248" y="401979"/>
            <a:ext cx="1713104" cy="972453"/>
          </a:xfrm>
          <a:prstGeom prst="rect">
            <a:avLst/>
          </a:prstGeom>
        </p:spPr>
      </p:pic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AA6C549-31FA-F5FB-3B5E-1DBCE52DA8DE}"/>
              </a:ext>
            </a:extLst>
          </p:cNvPr>
          <p:cNvCxnSpPr>
            <a:cxnSpLocks/>
          </p:cNvCxnSpPr>
          <p:nvPr/>
        </p:nvCxnSpPr>
        <p:spPr>
          <a:xfrm flipV="1">
            <a:off x="1108076" y="255930"/>
            <a:ext cx="762000" cy="632275"/>
          </a:xfrm>
          <a:prstGeom prst="line">
            <a:avLst/>
          </a:prstGeom>
          <a:ln w="38100">
            <a:solidFill>
              <a:srgbClr val="FFC000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FFC4B004-A34E-1BFF-5CAA-818534358AE6}"/>
              </a:ext>
            </a:extLst>
          </p:cNvPr>
          <p:cNvSpPr txBox="1"/>
          <p:nvPr/>
        </p:nvSpPr>
        <p:spPr>
          <a:xfrm>
            <a:off x="-66675" y="-15533"/>
            <a:ext cx="1924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Attach Predefined Mono Script to a</a:t>
            </a:r>
            <a:r>
              <a:rPr lang="zh-CN" altLang="en-US" sz="1200" dirty="0"/>
              <a:t> </a:t>
            </a:r>
            <a:r>
              <a:rPr lang="en-US" altLang="zh-CN" sz="1200" dirty="0"/>
              <a:t>Button Object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D5D6C491-A9BB-2CB4-A9F3-C1441DE13E5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b="31153"/>
          <a:stretch>
            <a:fillRect/>
          </a:stretch>
        </p:blipFill>
        <p:spPr>
          <a:xfrm>
            <a:off x="1789114" y="28917"/>
            <a:ext cx="2932113" cy="134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25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161</TotalTime>
  <Words>8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正阳 朱</dc:creator>
  <cp:lastModifiedBy>Zhengyang Zhu</cp:lastModifiedBy>
  <cp:revision>14</cp:revision>
  <dcterms:created xsi:type="dcterms:W3CDTF">2025-03-29T05:01:45Z</dcterms:created>
  <dcterms:modified xsi:type="dcterms:W3CDTF">2025-09-29T06:36:24Z</dcterms:modified>
</cp:coreProperties>
</file>