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3240088" cy="1044575"/>
  <p:notesSz cx="3606800" cy="2057400"/>
  <p:defaultTextStyle>
    <a:defPPr>
      <a:defRPr lang="zh-CN"/>
    </a:defPPr>
    <a:lvl1pPr marL="0" algn="l" defTabSz="691598" rtl="0" eaLnBrk="1" latinLnBrk="0" hangingPunct="1">
      <a:defRPr sz="1362" kern="1200">
        <a:solidFill>
          <a:schemeClr val="tx1"/>
        </a:solidFill>
        <a:latin typeface="+mn-lt"/>
        <a:ea typeface="+mn-ea"/>
        <a:cs typeface="+mn-cs"/>
      </a:defRPr>
    </a:lvl1pPr>
    <a:lvl2pPr marL="345799" algn="l" defTabSz="691598" rtl="0" eaLnBrk="1" latinLnBrk="0" hangingPunct="1">
      <a:defRPr sz="1362" kern="1200">
        <a:solidFill>
          <a:schemeClr val="tx1"/>
        </a:solidFill>
        <a:latin typeface="+mn-lt"/>
        <a:ea typeface="+mn-ea"/>
        <a:cs typeface="+mn-cs"/>
      </a:defRPr>
    </a:lvl2pPr>
    <a:lvl3pPr marL="691598" algn="l" defTabSz="691598" rtl="0" eaLnBrk="1" latinLnBrk="0" hangingPunct="1">
      <a:defRPr sz="1362" kern="1200">
        <a:solidFill>
          <a:schemeClr val="tx1"/>
        </a:solidFill>
        <a:latin typeface="+mn-lt"/>
        <a:ea typeface="+mn-ea"/>
        <a:cs typeface="+mn-cs"/>
      </a:defRPr>
    </a:lvl3pPr>
    <a:lvl4pPr marL="1037396" algn="l" defTabSz="691598" rtl="0" eaLnBrk="1" latinLnBrk="0" hangingPunct="1">
      <a:defRPr sz="1362" kern="1200">
        <a:solidFill>
          <a:schemeClr val="tx1"/>
        </a:solidFill>
        <a:latin typeface="+mn-lt"/>
        <a:ea typeface="+mn-ea"/>
        <a:cs typeface="+mn-cs"/>
      </a:defRPr>
    </a:lvl4pPr>
    <a:lvl5pPr marL="1383195" algn="l" defTabSz="691598" rtl="0" eaLnBrk="1" latinLnBrk="0" hangingPunct="1">
      <a:defRPr sz="1362" kern="1200">
        <a:solidFill>
          <a:schemeClr val="tx1"/>
        </a:solidFill>
        <a:latin typeface="+mn-lt"/>
        <a:ea typeface="+mn-ea"/>
        <a:cs typeface="+mn-cs"/>
      </a:defRPr>
    </a:lvl5pPr>
    <a:lvl6pPr marL="1728993" algn="l" defTabSz="691598" rtl="0" eaLnBrk="1" latinLnBrk="0" hangingPunct="1">
      <a:defRPr sz="1362" kern="1200">
        <a:solidFill>
          <a:schemeClr val="tx1"/>
        </a:solidFill>
        <a:latin typeface="+mn-lt"/>
        <a:ea typeface="+mn-ea"/>
        <a:cs typeface="+mn-cs"/>
      </a:defRPr>
    </a:lvl6pPr>
    <a:lvl7pPr marL="2074793" algn="l" defTabSz="691598" rtl="0" eaLnBrk="1" latinLnBrk="0" hangingPunct="1">
      <a:defRPr sz="1362" kern="1200">
        <a:solidFill>
          <a:schemeClr val="tx1"/>
        </a:solidFill>
        <a:latin typeface="+mn-lt"/>
        <a:ea typeface="+mn-ea"/>
        <a:cs typeface="+mn-cs"/>
      </a:defRPr>
    </a:lvl7pPr>
    <a:lvl8pPr marL="2420593" algn="l" defTabSz="691598" rtl="0" eaLnBrk="1" latinLnBrk="0" hangingPunct="1">
      <a:defRPr sz="1362" kern="1200">
        <a:solidFill>
          <a:schemeClr val="tx1"/>
        </a:solidFill>
        <a:latin typeface="+mn-lt"/>
        <a:ea typeface="+mn-ea"/>
        <a:cs typeface="+mn-cs"/>
      </a:defRPr>
    </a:lvl8pPr>
    <a:lvl9pPr marL="2766391" algn="l" defTabSz="691598" rtl="0" eaLnBrk="1" latinLnBrk="0" hangingPunct="1">
      <a:defRPr sz="136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2" userDrawn="1">
          <p15:clr>
            <a:srgbClr val="A4A3A4"/>
          </p15:clr>
        </p15:guide>
        <p15:guide id="2" pos="19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0" autoAdjust="0"/>
    <p:restoredTop sz="94660"/>
  </p:normalViewPr>
  <p:slideViewPr>
    <p:cSldViewPr>
      <p:cViewPr varScale="1">
        <p:scale>
          <a:sx n="400" d="100"/>
          <a:sy n="400" d="100"/>
        </p:scale>
        <p:origin x="1900" y="2056"/>
      </p:cViewPr>
      <p:guideLst>
        <p:guide orient="horz" pos="1462"/>
        <p:guide pos="19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18588" y="139276"/>
            <a:ext cx="2604189" cy="39151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775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18588" y="542302"/>
            <a:ext cx="2604189" cy="22426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710" spc="59"/>
            </a:lvl1pPr>
            <a:lvl2pPr marL="135242" indent="0" algn="ctr">
              <a:buNone/>
              <a:defRPr sz="592"/>
            </a:lvl2pPr>
            <a:lvl3pPr marL="270482" indent="0" algn="ctr">
              <a:buNone/>
              <a:defRPr sz="532"/>
            </a:lvl3pPr>
            <a:lvl4pPr marL="405724" indent="0" algn="ctr">
              <a:buNone/>
              <a:defRPr sz="473"/>
            </a:lvl4pPr>
            <a:lvl5pPr marL="540965" indent="0" algn="ctr">
              <a:buNone/>
              <a:defRPr sz="473"/>
            </a:lvl5pPr>
            <a:lvl6pPr marL="676207" indent="0" algn="ctr">
              <a:buNone/>
              <a:defRPr sz="473"/>
            </a:lvl6pPr>
            <a:lvl7pPr marL="811448" indent="0" algn="ctr">
              <a:buNone/>
              <a:defRPr sz="473"/>
            </a:lvl7pPr>
            <a:lvl8pPr marL="946689" indent="0" algn="ctr">
              <a:buNone/>
              <a:defRPr sz="473"/>
            </a:lvl8pPr>
            <a:lvl9pPr marL="1081931" indent="0" algn="ctr">
              <a:buNone/>
              <a:defRPr sz="473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1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1687" y="92669"/>
            <a:ext cx="2915123" cy="10747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61687" y="227011"/>
            <a:ext cx="2915123" cy="7248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833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9067" y="586169"/>
            <a:ext cx="2064599" cy="11679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302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9067" y="702964"/>
            <a:ext cx="2064599" cy="13214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5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35242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2pPr>
            <a:lvl3pPr marL="270482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3pPr>
            <a:lvl4pPr marL="405724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4pPr>
            <a:lvl5pPr marL="540965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5pPr>
            <a:lvl6pPr marL="676207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6pPr>
            <a:lvl7pPr marL="811448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7pPr>
            <a:lvl8pPr marL="946689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8pPr>
            <a:lvl9pPr marL="1081931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691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1687" y="92669"/>
            <a:ext cx="2915123" cy="10747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161686" y="228656"/>
            <a:ext cx="1375761" cy="72325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1703916" y="228656"/>
            <a:ext cx="1375761" cy="72325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154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1687" y="92669"/>
            <a:ext cx="2915123" cy="10747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61685" y="217689"/>
            <a:ext cx="1419771" cy="58124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592" b="1" spc="5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35242" indent="0">
              <a:buNone/>
              <a:defRPr sz="592" b="1"/>
            </a:lvl2pPr>
            <a:lvl3pPr marL="270482" indent="0">
              <a:buNone/>
              <a:defRPr sz="532" b="1"/>
            </a:lvl3pPr>
            <a:lvl4pPr marL="405724" indent="0">
              <a:buNone/>
              <a:defRPr sz="473" b="1"/>
            </a:lvl4pPr>
            <a:lvl5pPr marL="540965" indent="0">
              <a:buNone/>
              <a:defRPr sz="473" b="1"/>
            </a:lvl5pPr>
            <a:lvl6pPr marL="676207" indent="0">
              <a:buNone/>
              <a:defRPr sz="473" b="1"/>
            </a:lvl6pPr>
            <a:lvl7pPr marL="811448" indent="0">
              <a:buNone/>
              <a:defRPr sz="473" b="1"/>
            </a:lvl7pPr>
            <a:lvl8pPr marL="946689" indent="0">
              <a:buNone/>
              <a:defRPr sz="473" b="1"/>
            </a:lvl8pPr>
            <a:lvl9pPr marL="1081931" indent="0">
              <a:buNone/>
              <a:defRPr sz="473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161685" y="282391"/>
            <a:ext cx="1419771" cy="66951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1657184" y="216551"/>
            <a:ext cx="1419771" cy="5812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592" b="1" spc="5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35242" indent="0">
              <a:buNone/>
              <a:defRPr sz="592" b="1"/>
            </a:lvl2pPr>
            <a:lvl3pPr marL="270482" indent="0">
              <a:buNone/>
              <a:defRPr sz="532" b="1"/>
            </a:lvl3pPr>
            <a:lvl4pPr marL="405724" indent="0">
              <a:buNone/>
              <a:defRPr sz="473" b="1"/>
            </a:lvl4pPr>
            <a:lvl5pPr marL="540965" indent="0">
              <a:buNone/>
              <a:defRPr sz="473" b="1"/>
            </a:lvl5pPr>
            <a:lvl6pPr marL="676207" indent="0">
              <a:buNone/>
              <a:defRPr sz="473" b="1"/>
            </a:lvl6pPr>
            <a:lvl7pPr marL="811448" indent="0">
              <a:buNone/>
              <a:defRPr sz="473" b="1"/>
            </a:lvl7pPr>
            <a:lvl8pPr marL="946689" indent="0">
              <a:buNone/>
              <a:defRPr sz="473" b="1"/>
            </a:lvl8pPr>
            <a:lvl9pPr marL="1081931" indent="0">
              <a:buNone/>
              <a:defRPr sz="473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1657184" y="282391"/>
            <a:ext cx="1419771" cy="66951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26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1687" y="92669"/>
            <a:ext cx="2915123" cy="10747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918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25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161687" y="236881"/>
            <a:ext cx="1390718" cy="70186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473"/>
            </a:lvl1pPr>
          </a:lstStyle>
          <a:p>
            <a:pPr lvl="0"/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1687653" y="236881"/>
            <a:ext cx="1389156" cy="70186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473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4023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2719953" y="139278"/>
            <a:ext cx="277449" cy="766021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828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243008" y="139278"/>
            <a:ext cx="2436763" cy="766021"/>
          </a:xfrm>
        </p:spPr>
        <p:txBody>
          <a:bodyPr vert="eaVert" lIns="46800" tIns="46800" rIns="46800" bIns="46800"/>
          <a:lstStyle>
            <a:lvl1pPr marL="67620" indent="-67620">
              <a:spcAft>
                <a:spcPts val="296"/>
              </a:spcAft>
              <a:defRPr spc="89"/>
            </a:lvl1pPr>
            <a:lvl2pPr marL="202862" indent="-67620">
              <a:defRPr spc="89"/>
            </a:lvl2pPr>
            <a:lvl3pPr marL="338104" indent="-67620">
              <a:defRPr spc="89"/>
            </a:lvl3pPr>
            <a:lvl4pPr marL="473345" indent="-67620">
              <a:defRPr spc="89"/>
            </a:lvl4pPr>
            <a:lvl5pPr marL="608586" indent="-67620">
              <a:defRPr spc="89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02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61686" y="117893"/>
            <a:ext cx="2916080" cy="8351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23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18588" y="378350"/>
            <a:ext cx="2604189" cy="15517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77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318588" y="542303"/>
            <a:ext cx="2604189" cy="7183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710" spc="59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6316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161687" y="92669"/>
            <a:ext cx="2915123" cy="10747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161687" y="227011"/>
            <a:ext cx="2915123" cy="7248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162642" y="961777"/>
            <a:ext cx="717539" cy="4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96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1093849" y="961777"/>
            <a:ext cx="1052391" cy="4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96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2359270" y="961777"/>
            <a:ext cx="717539" cy="4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96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91055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270482" rtl="0" eaLnBrk="1" fontAlgn="auto" latinLnBrk="0" hangingPunct="1">
        <a:lnSpc>
          <a:spcPct val="100000"/>
        </a:lnSpc>
        <a:spcBef>
          <a:spcPct val="0"/>
        </a:spcBef>
        <a:buNone/>
        <a:defRPr sz="1065" b="0" u="none" strike="noStrike" kern="1200" cap="none" spc="89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67620" indent="-67620" algn="l" defTabSz="270482" rtl="0" eaLnBrk="1" fontAlgn="auto" latinLnBrk="0" hangingPunct="1">
        <a:lnSpc>
          <a:spcPct val="130000"/>
        </a:lnSpc>
        <a:spcBef>
          <a:spcPts val="0"/>
        </a:spcBef>
        <a:spcAft>
          <a:spcPts val="296"/>
        </a:spcAft>
        <a:buFont typeface="Arial" panose="020B0604020202020204" pitchFamily="34" charset="0"/>
        <a:buChar char="●"/>
        <a:defRPr sz="532" u="none" strike="noStrike" kern="1200" cap="none" spc="45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202862" indent="-67620" algn="l" defTabSz="270482" rtl="0" eaLnBrk="1" fontAlgn="auto" latinLnBrk="0" hangingPunct="1">
        <a:lnSpc>
          <a:spcPct val="120000"/>
        </a:lnSpc>
        <a:spcBef>
          <a:spcPts val="0"/>
        </a:spcBef>
        <a:spcAft>
          <a:spcPts val="177"/>
        </a:spcAft>
        <a:buFont typeface="Arial" panose="020B0604020202020204" pitchFamily="34" charset="0"/>
        <a:buChar char="●"/>
        <a:tabLst>
          <a:tab pos="476163" algn="l"/>
          <a:tab pos="476163" algn="l"/>
          <a:tab pos="476163" algn="l"/>
          <a:tab pos="476163" algn="l"/>
        </a:tabLst>
        <a:defRPr sz="473" u="none" strike="noStrike" kern="1200" cap="none" spc="45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338104" indent="-67620" algn="l" defTabSz="270482" rtl="0" eaLnBrk="1" fontAlgn="auto" latinLnBrk="0" hangingPunct="1">
        <a:lnSpc>
          <a:spcPct val="120000"/>
        </a:lnSpc>
        <a:spcBef>
          <a:spcPts val="0"/>
        </a:spcBef>
        <a:spcAft>
          <a:spcPts val="177"/>
        </a:spcAft>
        <a:buFont typeface="Arial" panose="020B0604020202020204" pitchFamily="34" charset="0"/>
        <a:buChar char="●"/>
        <a:defRPr sz="473" u="none" strike="noStrike" kern="1200" cap="none" spc="45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473345" indent="-67620" algn="l" defTabSz="270482" rtl="0" eaLnBrk="1" fontAlgn="auto" latinLnBrk="0" hangingPunct="1">
        <a:lnSpc>
          <a:spcPct val="120000"/>
        </a:lnSpc>
        <a:spcBef>
          <a:spcPts val="0"/>
        </a:spcBef>
        <a:spcAft>
          <a:spcPts val="89"/>
        </a:spcAft>
        <a:buFont typeface="Wingdings" panose="05000000000000000000" charset="0"/>
        <a:buChar char=""/>
        <a:defRPr sz="414" u="none" strike="noStrike" kern="1200" cap="none" spc="45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608586" indent="-67620" algn="l" defTabSz="270482" rtl="0" eaLnBrk="1" fontAlgn="auto" latinLnBrk="0" hangingPunct="1">
        <a:lnSpc>
          <a:spcPct val="120000"/>
        </a:lnSpc>
        <a:spcBef>
          <a:spcPts val="0"/>
        </a:spcBef>
        <a:spcAft>
          <a:spcPts val="89"/>
        </a:spcAft>
        <a:buFont typeface="Arial" panose="020B0604020202020204" pitchFamily="34" charset="0"/>
        <a:buChar char="•"/>
        <a:defRPr sz="414" u="none" strike="noStrike" kern="1200" cap="none" spc="45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743827" indent="-67620" algn="l" defTabSz="27048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6pPr>
      <a:lvl7pPr marL="879069" indent="-67620" algn="l" defTabSz="27048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7pPr>
      <a:lvl8pPr marL="1014310" indent="-67620" algn="l" defTabSz="27048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8pPr>
      <a:lvl9pPr marL="1149551" indent="-67620" algn="l" defTabSz="27048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7048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1pPr>
      <a:lvl2pPr marL="135242" algn="l" defTabSz="27048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2pPr>
      <a:lvl3pPr marL="270482" algn="l" defTabSz="27048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3pPr>
      <a:lvl4pPr marL="405724" algn="l" defTabSz="27048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4pPr>
      <a:lvl5pPr marL="540965" algn="l" defTabSz="27048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5pPr>
      <a:lvl6pPr marL="676207" algn="l" defTabSz="27048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6pPr>
      <a:lvl7pPr marL="811448" algn="l" defTabSz="27048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7pPr>
      <a:lvl8pPr marL="946689" algn="l" defTabSz="27048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8pPr>
      <a:lvl9pPr marL="1081931" algn="l" defTabSz="27048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组合 269">
            <a:extLst>
              <a:ext uri="{FF2B5EF4-FFF2-40B4-BE49-F238E27FC236}">
                <a16:creationId xmlns:a16="http://schemas.microsoft.com/office/drawing/2014/main" id="{037DF4B7-D07D-743F-2883-011E325E5B1D}"/>
              </a:ext>
            </a:extLst>
          </p:cNvPr>
          <p:cNvGrpSpPr/>
          <p:nvPr/>
        </p:nvGrpSpPr>
        <p:grpSpPr>
          <a:xfrm>
            <a:off x="9515" y="25586"/>
            <a:ext cx="3194854" cy="993402"/>
            <a:chOff x="0" y="6350"/>
            <a:chExt cx="3194854" cy="993402"/>
          </a:xfrm>
        </p:grpSpPr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31478352-35C9-206E-1E7A-0004AC2A3140}"/>
                </a:ext>
              </a:extLst>
            </p:cNvPr>
            <p:cNvSpPr/>
            <p:nvPr/>
          </p:nvSpPr>
          <p:spPr>
            <a:xfrm>
              <a:off x="0" y="425304"/>
              <a:ext cx="877380" cy="9663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Placing</a:t>
              </a:r>
              <a:r>
                <a:rPr lang="en-GB" altLang="zh-CN" sz="500" b="1" spc="-40" dirty="0">
                  <a:solidFill>
                    <a:schemeClr val="tx1"/>
                  </a:solidFill>
                  <a:cs typeface="Arial"/>
                </a:rPr>
                <a:t> </a:t>
              </a:r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CubeB</a:t>
              </a:r>
              <a:r>
                <a:rPr lang="en-GB" altLang="zh-CN" sz="500" b="1" spc="-15" dirty="0">
                  <a:solidFill>
                    <a:schemeClr val="tx1"/>
                  </a:solidFill>
                  <a:cs typeface="Arial"/>
                </a:rPr>
                <a:t> </a:t>
              </a:r>
              <a:r>
                <a:rPr lang="en-GB" altLang="zh-CN" sz="500" b="1" spc="-20" dirty="0">
                  <a:solidFill>
                    <a:schemeClr val="tx1"/>
                  </a:solidFill>
                  <a:cs typeface="Arial"/>
                </a:rPr>
                <a:t>Task</a:t>
              </a:r>
              <a:endParaRPr lang="en-GB" altLang="zh-CN" sz="500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0E37A3C3-E2CE-62A6-DEC9-C055E47AAD67}"/>
                </a:ext>
              </a:extLst>
            </p:cNvPr>
            <p:cNvSpPr/>
            <p:nvPr/>
          </p:nvSpPr>
          <p:spPr>
            <a:xfrm>
              <a:off x="0" y="6350"/>
              <a:ext cx="877380" cy="9663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Start Application</a:t>
              </a:r>
              <a:endParaRPr lang="en-GB" altLang="zh-CN" sz="500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08F7A51E-6E8A-5566-F111-F5F78E6C0037}"/>
                </a:ext>
              </a:extLst>
            </p:cNvPr>
            <p:cNvSpPr/>
            <p:nvPr/>
          </p:nvSpPr>
          <p:spPr>
            <a:xfrm>
              <a:off x="0" y="217320"/>
              <a:ext cx="877380" cy="9663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Placing</a:t>
              </a:r>
              <a:r>
                <a:rPr lang="en-GB" altLang="zh-CN" sz="500" b="1" spc="-40" dirty="0">
                  <a:solidFill>
                    <a:schemeClr val="tx1"/>
                  </a:solidFill>
                  <a:cs typeface="Arial"/>
                </a:rPr>
                <a:t> </a:t>
              </a:r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CubeA</a:t>
              </a:r>
              <a:r>
                <a:rPr lang="en-GB" altLang="zh-CN" sz="500" b="1" spc="-15" dirty="0">
                  <a:solidFill>
                    <a:schemeClr val="tx1"/>
                  </a:solidFill>
                  <a:cs typeface="Arial"/>
                </a:rPr>
                <a:t> </a:t>
              </a:r>
              <a:r>
                <a:rPr lang="en-GB" altLang="zh-CN" sz="500" b="1" spc="-20" dirty="0">
                  <a:solidFill>
                    <a:schemeClr val="tx1"/>
                  </a:solidFill>
                  <a:cs typeface="Arial"/>
                </a:rPr>
                <a:t>Task</a:t>
              </a:r>
              <a:endParaRPr lang="en-GB" altLang="zh-CN" sz="500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CEFE29E5-FDF0-077B-79B3-91E7B67A6D81}"/>
                </a:ext>
              </a:extLst>
            </p:cNvPr>
            <p:cNvSpPr/>
            <p:nvPr/>
          </p:nvSpPr>
          <p:spPr>
            <a:xfrm>
              <a:off x="2254" y="636927"/>
              <a:ext cx="877380" cy="9663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Placing</a:t>
              </a:r>
              <a:r>
                <a:rPr lang="en-GB" altLang="zh-CN" sz="500" b="1" spc="-40" dirty="0">
                  <a:solidFill>
                    <a:schemeClr val="tx1"/>
                  </a:solidFill>
                  <a:cs typeface="Arial"/>
                </a:rPr>
                <a:t> </a:t>
              </a:r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CubeC</a:t>
              </a:r>
              <a:r>
                <a:rPr lang="en-GB" altLang="zh-CN" sz="500" b="1" spc="-15" dirty="0">
                  <a:solidFill>
                    <a:schemeClr val="tx1"/>
                  </a:solidFill>
                  <a:cs typeface="Arial"/>
                </a:rPr>
                <a:t> </a:t>
              </a:r>
              <a:r>
                <a:rPr lang="en-GB" altLang="zh-CN" sz="500" b="1" spc="-20" dirty="0">
                  <a:solidFill>
                    <a:schemeClr val="tx1"/>
                  </a:solidFill>
                  <a:cs typeface="Arial"/>
                </a:rPr>
                <a:t>Task</a:t>
              </a:r>
              <a:endParaRPr lang="en-GB" altLang="zh-CN" sz="500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05DE7A34-6DE6-06BE-7DE1-A6E57AC6DE5F}"/>
                </a:ext>
              </a:extLst>
            </p:cNvPr>
            <p:cNvSpPr/>
            <p:nvPr/>
          </p:nvSpPr>
          <p:spPr>
            <a:xfrm>
              <a:off x="1046542" y="636926"/>
              <a:ext cx="981172" cy="9663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Draw</a:t>
              </a:r>
              <a:r>
                <a:rPr lang="en-GB" altLang="zh-CN" sz="500" b="1" spc="-40" dirty="0">
                  <a:solidFill>
                    <a:schemeClr val="tx1"/>
                  </a:solidFill>
                  <a:cs typeface="Arial"/>
                </a:rPr>
                <a:t> </a:t>
              </a:r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Bow </a:t>
              </a:r>
              <a:r>
                <a:rPr lang="en-GB" altLang="zh-CN" sz="500" b="1" spc="-20" dirty="0">
                  <a:solidFill>
                    <a:schemeClr val="tx1"/>
                  </a:solidFill>
                  <a:cs typeface="Arial"/>
                </a:rPr>
                <a:t>Task</a:t>
              </a:r>
              <a:endParaRPr lang="en-GB" altLang="zh-CN" sz="500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EA672C52-4213-42B2-68AB-173A91694551}"/>
                </a:ext>
              </a:extLst>
            </p:cNvPr>
            <p:cNvSpPr/>
            <p:nvPr/>
          </p:nvSpPr>
          <p:spPr>
            <a:xfrm>
              <a:off x="1048288" y="843070"/>
              <a:ext cx="982800" cy="15576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" b="1" dirty="0">
                  <a:solidFill>
                    <a:schemeClr val="tx1"/>
                  </a:solidFill>
                  <a:cs typeface="Arial"/>
                </a:rPr>
                <a:t>Application Event: </a:t>
              </a:r>
              <a:r>
                <a:rPr lang="en-US" altLang="zh-CN" sz="500" dirty="0">
                  <a:solidFill>
                    <a:schemeClr val="tx1"/>
                  </a:solidFill>
                  <a:cs typeface="Arial"/>
                </a:rPr>
                <a:t>A new</a:t>
              </a:r>
            </a:p>
            <a:p>
              <a:pPr algn="ctr"/>
              <a:r>
                <a:rPr lang="en-US" altLang="zh-CN" sz="500" dirty="0">
                  <a:solidFill>
                    <a:schemeClr val="tx1"/>
                  </a:solidFill>
                  <a:cs typeface="Arial"/>
                </a:rPr>
                <a:t>bow is instantiated</a:t>
              </a:r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86F27B41-CA74-1815-46F1-BDF8142638DA}"/>
                </a:ext>
              </a:extLst>
            </p:cNvPr>
            <p:cNvSpPr/>
            <p:nvPr/>
          </p:nvSpPr>
          <p:spPr>
            <a:xfrm>
              <a:off x="0" y="843992"/>
              <a:ext cx="877380" cy="15576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70" b="1" dirty="0">
                  <a:solidFill>
                    <a:schemeClr val="tx1"/>
                  </a:solidFill>
                  <a:cs typeface="Arial"/>
                </a:rPr>
                <a:t>Condition: </a:t>
              </a:r>
              <a:r>
                <a:rPr lang="en-US" altLang="zh-CN" sz="470" dirty="0">
                  <a:solidFill>
                    <a:schemeClr val="tx1"/>
                  </a:solidFill>
                  <a:cs typeface="Arial"/>
                </a:rPr>
                <a:t>Correct placement of three cubes</a:t>
              </a:r>
            </a:p>
          </p:txBody>
        </p:sp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95B7264C-53C1-29A6-F978-66586AFF7A97}"/>
                </a:ext>
              </a:extLst>
            </p:cNvPr>
            <p:cNvSpPr/>
            <p:nvPr/>
          </p:nvSpPr>
          <p:spPr>
            <a:xfrm>
              <a:off x="1046542" y="398484"/>
              <a:ext cx="982800" cy="14757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99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500"/>
                </a:lnSpc>
              </a:pPr>
              <a:r>
                <a:rPr lang="en-US" altLang="zh-CN" sz="465" b="1" dirty="0">
                  <a:solidFill>
                    <a:schemeClr val="tx1"/>
                  </a:solidFill>
                  <a:cs typeface="Arial"/>
                </a:rPr>
                <a:t>Bug2 Detected: </a:t>
              </a:r>
              <a:r>
                <a:rPr lang="en-US" altLang="zh-CN" sz="470" i="1" dirty="0">
                  <a:solidFill>
                    <a:schemeClr val="tx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Unassigned Reference Exception</a:t>
              </a:r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C7F1D136-8DA1-4CDB-8475-8BED5C8EE15D}"/>
                </a:ext>
              </a:extLst>
            </p:cNvPr>
            <p:cNvSpPr/>
            <p:nvPr/>
          </p:nvSpPr>
          <p:spPr>
            <a:xfrm>
              <a:off x="1044914" y="198779"/>
              <a:ext cx="982800" cy="9663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Testing Broken</a:t>
              </a:r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33A316C-425E-4C4E-50A4-5693E072B582}"/>
                </a:ext>
              </a:extLst>
            </p:cNvPr>
            <p:cNvSpPr/>
            <p:nvPr/>
          </p:nvSpPr>
          <p:spPr>
            <a:xfrm>
              <a:off x="2204854" y="205166"/>
              <a:ext cx="990000" cy="97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Draw</a:t>
              </a:r>
              <a:r>
                <a:rPr lang="en-GB" altLang="zh-CN" sz="500" b="1" spc="-40" dirty="0">
                  <a:solidFill>
                    <a:schemeClr val="tx1"/>
                  </a:solidFill>
                  <a:cs typeface="Arial"/>
                </a:rPr>
                <a:t> </a:t>
              </a:r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Bow </a:t>
              </a:r>
              <a:r>
                <a:rPr lang="en-GB" altLang="zh-CN" sz="500" b="1" spc="-20" dirty="0">
                  <a:solidFill>
                    <a:schemeClr val="tx1"/>
                  </a:solidFill>
                  <a:cs typeface="Arial"/>
                </a:rPr>
                <a:t>Task</a:t>
              </a:r>
              <a:endParaRPr lang="en-GB" altLang="zh-CN" sz="500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53C245FA-E241-69B3-7731-6B2B2DC2BA71}"/>
                </a:ext>
              </a:extLst>
            </p:cNvPr>
            <p:cNvSpPr/>
            <p:nvPr/>
          </p:nvSpPr>
          <p:spPr>
            <a:xfrm>
              <a:off x="2204854" y="430789"/>
              <a:ext cx="990000" cy="972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70" b="1" dirty="0">
                  <a:solidFill>
                    <a:schemeClr val="tx1"/>
                  </a:solidFill>
                  <a:cs typeface="Arial"/>
                </a:rPr>
                <a:t>Condition: </a:t>
              </a:r>
              <a:r>
                <a:rPr lang="en-US" altLang="zh-CN" sz="470" dirty="0">
                  <a:solidFill>
                    <a:schemeClr val="tx1"/>
                  </a:solidFill>
                  <a:cs typeface="Arial"/>
                </a:rPr>
                <a:t>Arrow Hit Targets</a:t>
              </a:r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61F9D381-F376-4A28-1AFF-41C826DDB2BE}"/>
                </a:ext>
              </a:extLst>
            </p:cNvPr>
            <p:cNvSpPr/>
            <p:nvPr/>
          </p:nvSpPr>
          <p:spPr>
            <a:xfrm>
              <a:off x="2204854" y="630867"/>
              <a:ext cx="990000" cy="972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" b="1" dirty="0">
                  <a:solidFill>
                    <a:schemeClr val="tx1"/>
                  </a:solidFill>
                  <a:cs typeface="Arial"/>
                </a:rPr>
                <a:t>Application End</a:t>
              </a:r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CB1B0266-C1D1-8C72-77F2-025C823948BC}"/>
                </a:ext>
              </a:extLst>
            </p:cNvPr>
            <p:cNvSpPr/>
            <p:nvPr/>
          </p:nvSpPr>
          <p:spPr>
            <a:xfrm>
              <a:off x="2204854" y="847352"/>
              <a:ext cx="990000" cy="15147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99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70" b="1" dirty="0">
                  <a:solidFill>
                    <a:schemeClr val="tx1"/>
                  </a:solidFill>
                  <a:cs typeface="Arial"/>
                </a:rPr>
                <a:t>Bug1 Detected: </a:t>
              </a:r>
              <a:r>
                <a:rPr lang="en-US" altLang="zh-CN" sz="460" i="1" dirty="0">
                  <a:solidFill>
                    <a:schemeClr val="tx1"/>
                  </a:solidFill>
                  <a:latin typeface="Consolas" panose="020B0609020204030204" pitchFamily="49" charset="0"/>
                  <a:cs typeface="Arial"/>
                </a:rPr>
                <a:t>loss of the </a:t>
              </a:r>
              <a:r>
                <a:rPr lang="en-US" altLang="zh-CN" sz="460" i="1" dirty="0" err="1">
                  <a:solidFill>
                    <a:schemeClr val="tx1"/>
                  </a:solidFill>
                  <a:latin typeface="Consolas" panose="020B0609020204030204" pitchFamily="49" charset="0"/>
                  <a:cs typeface="Arial"/>
                </a:rPr>
                <a:t>ArrowPrefab</a:t>
              </a:r>
              <a:r>
                <a:rPr lang="en-US" altLang="zh-CN" sz="460" i="1" dirty="0">
                  <a:solidFill>
                    <a:schemeClr val="tx1"/>
                  </a:solidFill>
                  <a:latin typeface="Consolas" panose="020B0609020204030204" pitchFamily="49" charset="0"/>
                  <a:cs typeface="Arial"/>
                </a:rPr>
                <a:t> resource</a:t>
              </a:r>
            </a:p>
          </p:txBody>
        </p:sp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2DE82007-9353-818B-64AB-8CAAEC675977}"/>
                </a:ext>
              </a:extLst>
            </p:cNvPr>
            <p:cNvSpPr/>
            <p:nvPr/>
          </p:nvSpPr>
          <p:spPr>
            <a:xfrm>
              <a:off x="1044914" y="11387"/>
              <a:ext cx="982800" cy="9663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Game Bug Manually Fixed</a:t>
              </a:r>
            </a:p>
          </p:txBody>
        </p: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2924248D-BB95-1811-E1A2-CE620CFCFAC4}"/>
                </a:ext>
              </a:extLst>
            </p:cNvPr>
            <p:cNvCxnSpPr>
              <a:stCxn id="140" idx="2"/>
              <a:endCxn id="143" idx="0"/>
            </p:cNvCxnSpPr>
            <p:nvPr/>
          </p:nvCxnSpPr>
          <p:spPr>
            <a:xfrm>
              <a:off x="438690" y="102983"/>
              <a:ext cx="0" cy="114337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9A3A9CC2-8C7A-3B30-B0E2-2419947A70D5}"/>
                </a:ext>
              </a:extLst>
            </p:cNvPr>
            <p:cNvCxnSpPr>
              <a:cxnSpLocks/>
              <a:stCxn id="143" idx="2"/>
              <a:endCxn id="138" idx="0"/>
            </p:cNvCxnSpPr>
            <p:nvPr/>
          </p:nvCxnSpPr>
          <p:spPr>
            <a:xfrm>
              <a:off x="438690" y="313953"/>
              <a:ext cx="0" cy="111351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AC3B4DB6-3079-C044-7AEE-7F9E6F560350}"/>
                </a:ext>
              </a:extLst>
            </p:cNvPr>
            <p:cNvCxnSpPr>
              <a:cxnSpLocks/>
              <a:stCxn id="138" idx="2"/>
              <a:endCxn id="144" idx="0"/>
            </p:cNvCxnSpPr>
            <p:nvPr/>
          </p:nvCxnSpPr>
          <p:spPr>
            <a:xfrm>
              <a:off x="438690" y="521936"/>
              <a:ext cx="2254" cy="114990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00C2B496-953F-09C5-15EC-FCA7DA92D13C}"/>
                </a:ext>
              </a:extLst>
            </p:cNvPr>
            <p:cNvCxnSpPr>
              <a:cxnSpLocks/>
              <a:stCxn id="144" idx="2"/>
              <a:endCxn id="147" idx="0"/>
            </p:cNvCxnSpPr>
            <p:nvPr/>
          </p:nvCxnSpPr>
          <p:spPr>
            <a:xfrm flipH="1">
              <a:off x="438690" y="733560"/>
              <a:ext cx="2254" cy="110433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1486A3FA-4E11-BF04-D954-0E446DEAE9D7}"/>
                </a:ext>
              </a:extLst>
            </p:cNvPr>
            <p:cNvCxnSpPr>
              <a:cxnSpLocks/>
              <a:stCxn id="147" idx="3"/>
              <a:endCxn id="146" idx="1"/>
            </p:cNvCxnSpPr>
            <p:nvPr/>
          </p:nvCxnSpPr>
          <p:spPr>
            <a:xfrm flipV="1">
              <a:off x="877380" y="920950"/>
              <a:ext cx="170908" cy="922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1B1E0F5B-0FA1-8512-BEEB-04FD691A24B7}"/>
                </a:ext>
              </a:extLst>
            </p:cNvPr>
            <p:cNvCxnSpPr>
              <a:cxnSpLocks/>
              <a:stCxn id="146" idx="3"/>
              <a:endCxn id="154" idx="1"/>
            </p:cNvCxnSpPr>
            <p:nvPr/>
          </p:nvCxnSpPr>
          <p:spPr>
            <a:xfrm>
              <a:off x="2031088" y="920951"/>
              <a:ext cx="173766" cy="2141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422FC609-C730-326B-BC3B-AB078DD87EA4}"/>
                </a:ext>
              </a:extLst>
            </p:cNvPr>
            <p:cNvCxnSpPr>
              <a:cxnSpLocks/>
              <a:stCxn id="146" idx="0"/>
              <a:endCxn id="145" idx="2"/>
            </p:cNvCxnSpPr>
            <p:nvPr/>
          </p:nvCxnSpPr>
          <p:spPr>
            <a:xfrm flipH="1" flipV="1">
              <a:off x="1537128" y="733558"/>
              <a:ext cx="2560" cy="109512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4E148034-EA9F-1F27-74A9-F52BED0C54FC}"/>
                </a:ext>
              </a:extLst>
            </p:cNvPr>
            <p:cNvCxnSpPr>
              <a:cxnSpLocks/>
              <a:stCxn id="145" idx="0"/>
              <a:endCxn id="148" idx="2"/>
            </p:cNvCxnSpPr>
            <p:nvPr/>
          </p:nvCxnSpPr>
          <p:spPr>
            <a:xfrm flipV="1">
              <a:off x="1537128" y="546057"/>
              <a:ext cx="814" cy="90869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19FDE39A-156A-1E19-5E93-E9E603E7EF04}"/>
                </a:ext>
              </a:extLst>
            </p:cNvPr>
            <p:cNvCxnSpPr>
              <a:cxnSpLocks/>
              <a:stCxn id="148" idx="0"/>
              <a:endCxn id="149" idx="2"/>
            </p:cNvCxnSpPr>
            <p:nvPr/>
          </p:nvCxnSpPr>
          <p:spPr>
            <a:xfrm flipH="1" flipV="1">
              <a:off x="1536314" y="295411"/>
              <a:ext cx="1628" cy="103072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DE36601C-6C44-3CEA-131D-EF9696B630C3}"/>
                </a:ext>
              </a:extLst>
            </p:cNvPr>
            <p:cNvCxnSpPr>
              <a:cxnSpLocks/>
              <a:stCxn id="149" idx="0"/>
              <a:endCxn id="155" idx="2"/>
            </p:cNvCxnSpPr>
            <p:nvPr/>
          </p:nvCxnSpPr>
          <p:spPr>
            <a:xfrm flipV="1">
              <a:off x="1536314" y="108020"/>
              <a:ext cx="0" cy="90759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A10026B5-6EA5-4DB0-716C-8936B4E57D7C}"/>
                </a:ext>
              </a:extLst>
            </p:cNvPr>
            <p:cNvCxnSpPr>
              <a:cxnSpLocks/>
              <a:stCxn id="155" idx="3"/>
              <a:endCxn id="219" idx="1"/>
            </p:cNvCxnSpPr>
            <p:nvPr/>
          </p:nvCxnSpPr>
          <p:spPr>
            <a:xfrm flipV="1">
              <a:off x="2027714" y="56455"/>
              <a:ext cx="177140" cy="3248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EDDAD0AB-08FC-3C64-7439-96914C577441}"/>
                </a:ext>
              </a:extLst>
            </p:cNvPr>
            <p:cNvSpPr/>
            <p:nvPr/>
          </p:nvSpPr>
          <p:spPr>
            <a:xfrm>
              <a:off x="2204854" y="7855"/>
              <a:ext cx="990000" cy="972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500" b="1" dirty="0">
                  <a:solidFill>
                    <a:schemeClr val="tx1"/>
                  </a:solidFill>
                  <a:cs typeface="Arial"/>
                </a:rPr>
                <a:t>Continue Testing</a:t>
              </a:r>
              <a:endParaRPr lang="en-GB" altLang="zh-CN" sz="500" dirty="0">
                <a:solidFill>
                  <a:schemeClr val="tx1"/>
                </a:solidFill>
                <a:cs typeface="Arial"/>
              </a:endParaRPr>
            </a:p>
          </p:txBody>
        </p: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6B20C7A1-6A9E-A76C-C6A6-612BFD642116}"/>
                </a:ext>
              </a:extLst>
            </p:cNvPr>
            <p:cNvCxnSpPr>
              <a:cxnSpLocks/>
              <a:stCxn id="219" idx="2"/>
              <a:endCxn id="150" idx="0"/>
            </p:cNvCxnSpPr>
            <p:nvPr/>
          </p:nvCxnSpPr>
          <p:spPr>
            <a:xfrm>
              <a:off x="2699854" y="105056"/>
              <a:ext cx="0" cy="100111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B03199A4-2383-F0AA-C144-6484B1670A97}"/>
                </a:ext>
              </a:extLst>
            </p:cNvPr>
            <p:cNvCxnSpPr>
              <a:cxnSpLocks/>
              <a:stCxn id="150" idx="2"/>
              <a:endCxn id="152" idx="0"/>
            </p:cNvCxnSpPr>
            <p:nvPr/>
          </p:nvCxnSpPr>
          <p:spPr>
            <a:xfrm>
              <a:off x="2699854" y="302367"/>
              <a:ext cx="0" cy="128423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直接箭头连接符 236">
              <a:extLst>
                <a:ext uri="{FF2B5EF4-FFF2-40B4-BE49-F238E27FC236}">
                  <a16:creationId xmlns:a16="http://schemas.microsoft.com/office/drawing/2014/main" id="{056F2BE8-80A1-17C0-33DB-6B302621053D}"/>
                </a:ext>
              </a:extLst>
            </p:cNvPr>
            <p:cNvCxnSpPr>
              <a:cxnSpLocks/>
              <a:stCxn id="152" idx="2"/>
              <a:endCxn id="153" idx="0"/>
            </p:cNvCxnSpPr>
            <p:nvPr/>
          </p:nvCxnSpPr>
          <p:spPr>
            <a:xfrm>
              <a:off x="2699854" y="527989"/>
              <a:ext cx="0" cy="102878"/>
            </a:xfrm>
            <a:prstGeom prst="straightConnector1">
              <a:avLst/>
            </a:prstGeom>
            <a:ln w="9525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Draw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aw" id="{E3B8960B-F2CD-4332-BEB5-1DE5AE2A3C95}" vid="{F859CC0A-BACB-44C9-868D-403B46E8705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Draw</Template>
  <TotalTime>74</TotalTime>
  <Words>61</Words>
  <Application>Microsoft Office PowerPoint</Application>
  <PresentationFormat>自定义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Consolas</vt:lpstr>
      <vt:lpstr>Wingdings</vt:lpstr>
      <vt:lpstr>Draw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Start</dc:title>
  <dc:creator>正阳 朱</dc:creator>
  <cp:lastModifiedBy>Zhengyang Zhu</cp:lastModifiedBy>
  <cp:revision>19</cp:revision>
  <dcterms:created xsi:type="dcterms:W3CDTF">2025-09-09T08:07:00Z</dcterms:created>
  <dcterms:modified xsi:type="dcterms:W3CDTF">2025-09-29T06:29:29Z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2025-09-02T00:00:00Z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2025-09-09T00:00:00Z</vt:filetime>
  </property>
  <property fmtid="{D5CDD505-2E9C-101B-9397-08002B2CF9AE}" pid="5" name="Producer">
    <vt:lpwstr>Microsoft® PowerPoint® 2021</vt:lpwstr>
  </property>
</Properties>
</file>