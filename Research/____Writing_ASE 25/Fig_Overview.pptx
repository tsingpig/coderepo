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31675" cy="45005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9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9" userDrawn="1">
          <p15:clr>
            <a:srgbClr val="747775"/>
          </p15:clr>
        </p15:guide>
        <p15:guide id="2" pos="286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E8D6"/>
    <a:srgbClr val="FAD355"/>
    <a:srgbClr val="6A8ED5"/>
    <a:srgbClr val="ED1121"/>
    <a:srgbClr val="CC66FF"/>
    <a:srgbClr val="FFFFFF"/>
    <a:srgbClr val="EF8B3D"/>
    <a:srgbClr val="F5B380"/>
    <a:srgbClr val="EF8B3E"/>
    <a:srgbClr val="FFB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5845" autoAdjust="0"/>
  </p:normalViewPr>
  <p:slideViewPr>
    <p:cSldViewPr snapToGrid="0">
      <p:cViewPr varScale="1">
        <p:scale>
          <a:sx n="168" d="100"/>
          <a:sy n="168" d="100"/>
        </p:scale>
        <p:origin x="80" y="1044"/>
      </p:cViewPr>
      <p:guideLst>
        <p:guide orient="horz" pos="819"/>
        <p:guide pos="2865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512763"/>
            <a:ext cx="69183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1pPr>
    <a:lvl2pPr marL="422521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2pPr>
    <a:lvl3pPr marL="845038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3pPr>
    <a:lvl4pPr marL="1267559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4pPr>
    <a:lvl5pPr marL="1690076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5pPr>
    <a:lvl6pPr marL="2112597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6pPr>
    <a:lvl7pPr marL="2535117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7pPr>
    <a:lvl8pPr marL="2957635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8pPr>
    <a:lvl9pPr marL="3380154" algn="l" defTabSz="845038" rtl="0" eaLnBrk="1" latinLnBrk="0" hangingPunct="1">
      <a:defRPr sz="11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512763"/>
            <a:ext cx="69183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37366" y="426153"/>
            <a:ext cx="6824067" cy="90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37366" y="1367654"/>
            <a:ext cx="6824067" cy="628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5554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5554" y="693177"/>
            <a:ext cx="7847679" cy="16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0817" y="649171"/>
            <a:ext cx="7847679" cy="108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0817" y="1742568"/>
            <a:ext cx="7847679" cy="569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22859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360" lvl="1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539" lvl="2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719" lvl="3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5897" lvl="4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076" lvl="5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255" lvl="6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435" lvl="7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616" lvl="8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5554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5547" y="693177"/>
            <a:ext cx="3866970" cy="16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06256" y="693177"/>
            <a:ext cx="3866970" cy="16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6737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6730" y="638321"/>
            <a:ext cx="3849200" cy="31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178" lvl="0" indent="-22859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60" lvl="1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39" lvl="2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719" lvl="3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897" lvl="4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076" lvl="5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255" lvl="6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435" lvl="7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16" lvl="8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6730" y="951153"/>
            <a:ext cx="3849200" cy="139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06248" y="638321"/>
            <a:ext cx="3868156" cy="31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178" lvl="0" indent="-22859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360" lvl="1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539" lvl="2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719" lvl="3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5897" lvl="4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076" lvl="5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255" lvl="6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435" lvl="7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616" lvl="8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06248" y="951153"/>
            <a:ext cx="3868156" cy="139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5554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6736" y="173599"/>
            <a:ext cx="2934585" cy="60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68167" y="374923"/>
            <a:ext cx="4606245" cy="185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8098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60" lvl="1" indent="-361934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1"/>
            </a:lvl2pPr>
            <a:lvl3pPr marL="1371539" lvl="2" indent="-342884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19" lvl="3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5897" lvl="4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076" lvl="5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255" lvl="6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435" lvl="7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616" lvl="8" indent="-323835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6736" y="781177"/>
            <a:ext cx="2934585" cy="14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22859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60" lvl="1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539" lvl="2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19" lvl="3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5897" lvl="4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076" lvl="5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255" lvl="6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435" lvl="7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616" lvl="8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6736" y="173599"/>
            <a:ext cx="2934585" cy="60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68167" y="374923"/>
            <a:ext cx="4606245" cy="185045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6736" y="781177"/>
            <a:ext cx="2934585" cy="144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22859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360" lvl="1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539" lvl="2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719" lvl="3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5897" lvl="4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076" lvl="5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255" lvl="6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435" lvl="7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616" lvl="8" indent="-228591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5554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3723322" y="-2404592"/>
            <a:ext cx="1652150" cy="78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6388918" y="261025"/>
            <a:ext cx="2206684" cy="196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2408215" y="-1644031"/>
            <a:ext cx="2206684" cy="5772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178" lvl="0" indent="-31748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360" lvl="1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539" lvl="2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719" lvl="3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5897" lvl="4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076" lvl="5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255" lvl="6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435" lvl="7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616" lvl="8" indent="-317486" algn="l">
              <a:lnSpc>
                <a:spcPct val="90000"/>
              </a:lnSpc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92875" y="977273"/>
            <a:ext cx="9750713" cy="13012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0000" tIns="46800" rIns="90000" bIns="46800" anchor="b">
            <a:noAutofit/>
          </a:bodyPr>
          <a:lstStyle>
            <a:lvl1pPr indent="0" algn="ctr">
              <a:lnSpc>
                <a:spcPct val="100000"/>
              </a:lnSpc>
              <a:defRPr sz="6001" b="0" i="0" u="none" strike="noStrike" spc="30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6001" b="0" i="0" u="none" strike="noStrike" spc="3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92875" y="2316811"/>
            <a:ext cx="9750713" cy="7454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0000" tIns="46800" rIns="90000" bIns="46800" anchor="t">
            <a:noAutofit/>
          </a:bodyPr>
          <a:lstStyle>
            <a:lvl1pPr indent="0" algn="ctr">
              <a:lnSpc>
                <a:spcPct val="108333"/>
              </a:lnSpc>
              <a:defRPr sz="24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ctr">
              <a:lnSpc>
                <a:spcPct val="108333"/>
              </a:lnSpc>
            </a:pPr>
            <a:r>
              <a:rPr lang="en-US" sz="2400" b="0" i="0" u="none" strike="noStrike" spc="2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08971" y="3711019"/>
            <a:ext cx="2686642" cy="1221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2025/2/24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4095641" y="3711019"/>
            <a:ext cx="3940407" cy="1221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8833675" y="3711019"/>
            <a:ext cx="2686642" cy="1221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08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5554" y="138639"/>
            <a:ext cx="7847679" cy="50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5554" y="693177"/>
            <a:ext cx="7847679" cy="165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5553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13968" y="2413432"/>
            <a:ext cx="3070830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26002" y="2413432"/>
            <a:ext cx="2047219" cy="1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71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31"/>
          <p:cNvSpPr/>
          <p:nvPr/>
        </p:nvSpPr>
        <p:spPr>
          <a:xfrm>
            <a:off x="4407181" y="1431172"/>
            <a:ext cx="3358363" cy="4357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1F2329"/>
                </a:solidFill>
              </a:rPr>
              <a:t>VRExplorer Testing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(§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III-D</a:t>
            </a:r>
            <a:r>
              <a:rPr lang="en-US" altLang="zh-CN" sz="1600" dirty="0"/>
              <a:t>) </a:t>
            </a:r>
            <a:endParaRPr lang="en-US" sz="2000" dirty="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88D3A9CE-1647-034D-A195-A42346C28474}"/>
              </a:ext>
            </a:extLst>
          </p:cNvPr>
          <p:cNvSpPr/>
          <p:nvPr/>
        </p:nvSpPr>
        <p:spPr>
          <a:xfrm>
            <a:off x="7028603" y="3012518"/>
            <a:ext cx="3894239" cy="48728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 defTabSz="914335">
              <a:buClrTx/>
              <a:defRPr/>
            </a:pPr>
            <a:endParaRPr lang="zh-CN" altLang="en-US" sz="1050" kern="1200" dirty="0">
              <a:solidFill>
                <a:schemeClr val="accent4">
                  <a:lumMod val="20000"/>
                  <a:lumOff val="80000"/>
                </a:schemeClr>
              </a:solidFill>
              <a:highlight>
                <a:srgbClr val="FFFF00"/>
              </a:highlight>
              <a:latin typeface="+mj-lt"/>
              <a:ea typeface="微软雅黑"/>
              <a:cs typeface="+mn-cs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89B5059-EB6E-61BF-A668-615B78095919}"/>
              </a:ext>
            </a:extLst>
          </p:cNvPr>
          <p:cNvGrpSpPr/>
          <p:nvPr/>
        </p:nvGrpSpPr>
        <p:grpSpPr>
          <a:xfrm>
            <a:off x="7867635" y="1793594"/>
            <a:ext cx="975689" cy="917386"/>
            <a:chOff x="7841246" y="659452"/>
            <a:chExt cx="1573196" cy="1508796"/>
          </a:xfrm>
        </p:grpSpPr>
        <p:sp>
          <p:nvSpPr>
            <p:cNvPr id="2" name="AutoShape 2"/>
            <p:cNvSpPr/>
            <p:nvPr/>
          </p:nvSpPr>
          <p:spPr>
            <a:xfrm>
              <a:off x="7841246" y="659452"/>
              <a:ext cx="1573196" cy="1508796"/>
            </a:xfrm>
            <a:prstGeom prst="ellipse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2B2F36">
                  <a:alpha val="100000"/>
                </a:srgbClr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042431" y="1402196"/>
              <a:ext cx="448071" cy="517061"/>
              <a:chOff x="7111538" y="2275652"/>
              <a:chExt cx="448071" cy="517061"/>
            </a:xfrm>
          </p:grpSpPr>
          <p:pic>
            <p:nvPicPr>
              <p:cNvPr id="71" name="Picture 7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1538" y="2275652"/>
                <a:ext cx="387387" cy="388599"/>
              </a:xfrm>
              <a:prstGeom prst="rect">
                <a:avLst/>
              </a:prstGeom>
              <a:ln>
                <a:noFill/>
                <a:prstDash val="solid"/>
              </a:ln>
            </p:spPr>
          </p:pic>
          <p:grpSp>
            <p:nvGrpSpPr>
              <p:cNvPr id="72" name="Group 72"/>
              <p:cNvGrpSpPr/>
              <p:nvPr/>
            </p:nvGrpSpPr>
            <p:grpSpPr>
              <a:xfrm>
                <a:off x="7318672" y="2535790"/>
                <a:ext cx="240937" cy="256923"/>
                <a:chOff x="7318672" y="2535790"/>
                <a:chExt cx="240937" cy="256923"/>
              </a:xfrm>
            </p:grpSpPr>
            <p:pic>
              <p:nvPicPr>
                <p:cNvPr id="73" name="Picture 73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18672" y="2535790"/>
                  <a:ext cx="221834" cy="217752"/>
                </a:xfrm>
                <a:prstGeom prst="roundRect">
                  <a:avLst>
                    <a:gd name="adj" fmla="val 18982"/>
                  </a:avLst>
                </a:prstGeom>
                <a:ln>
                  <a:noFill/>
                  <a:prstDash val="solid"/>
                </a:ln>
              </p:spPr>
            </p:pic>
            <p:pic>
              <p:nvPicPr>
                <p:cNvPr id="74" name="Picture 74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45382" y="2680588"/>
                  <a:ext cx="114227" cy="112125"/>
                </a:xfrm>
                <a:prstGeom prst="rect">
                  <a:avLst/>
                </a:prstGeom>
                <a:ln>
                  <a:noFill/>
                  <a:prstDash val="solid"/>
                </a:ln>
              </p:spPr>
            </p:pic>
          </p:grpSp>
        </p:grpSp>
        <p:pic>
          <p:nvPicPr>
            <p:cNvPr id="77" name="Picture 7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58309" y="807084"/>
              <a:ext cx="698500" cy="698500"/>
            </a:xfrm>
            <a:prstGeom prst="rect">
              <a:avLst/>
            </a:prstGeom>
            <a:ln>
              <a:noFill/>
              <a:prstDash val="solid"/>
            </a:ln>
          </p:spPr>
        </p:pic>
        <p:grpSp>
          <p:nvGrpSpPr>
            <p:cNvPr id="78" name="Group 78"/>
            <p:cNvGrpSpPr/>
            <p:nvPr/>
          </p:nvGrpSpPr>
          <p:grpSpPr>
            <a:xfrm>
              <a:off x="8611954" y="1512612"/>
              <a:ext cx="448071" cy="517060"/>
              <a:chOff x="7870564" y="2534183"/>
              <a:chExt cx="448071" cy="517060"/>
            </a:xfrm>
          </p:grpSpPr>
          <p:pic>
            <p:nvPicPr>
              <p:cNvPr id="79" name="Picture 7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0564" y="2534183"/>
                <a:ext cx="387387" cy="388599"/>
              </a:xfrm>
              <a:prstGeom prst="rect">
                <a:avLst/>
              </a:prstGeom>
              <a:ln>
                <a:noFill/>
                <a:prstDash val="solid"/>
              </a:ln>
            </p:spPr>
          </p:pic>
          <p:grpSp>
            <p:nvGrpSpPr>
              <p:cNvPr id="80" name="Group 80"/>
              <p:cNvGrpSpPr/>
              <p:nvPr/>
            </p:nvGrpSpPr>
            <p:grpSpPr>
              <a:xfrm>
                <a:off x="8077698" y="2794320"/>
                <a:ext cx="240937" cy="256923"/>
                <a:chOff x="8077698" y="2794320"/>
                <a:chExt cx="240937" cy="256923"/>
              </a:xfrm>
            </p:grpSpPr>
            <p:pic>
              <p:nvPicPr>
                <p:cNvPr id="81" name="Picture 81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77698" y="2794320"/>
                  <a:ext cx="221834" cy="217752"/>
                </a:xfrm>
                <a:prstGeom prst="roundRect">
                  <a:avLst>
                    <a:gd name="adj" fmla="val 18982"/>
                  </a:avLst>
                </a:prstGeom>
                <a:ln>
                  <a:noFill/>
                  <a:prstDash val="solid"/>
                </a:ln>
              </p:spPr>
            </p:pic>
            <p:pic>
              <p:nvPicPr>
                <p:cNvPr id="82" name="Picture 82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04408" y="2939118"/>
                  <a:ext cx="114227" cy="112125"/>
                </a:xfrm>
                <a:prstGeom prst="rect">
                  <a:avLst/>
                </a:prstGeom>
                <a:ln>
                  <a:noFill/>
                  <a:prstDash val="solid"/>
                </a:ln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>
              <a:off x="8835989" y="1061119"/>
              <a:ext cx="448071" cy="517061"/>
              <a:chOff x="8094599" y="1977179"/>
              <a:chExt cx="448071" cy="517061"/>
            </a:xfrm>
          </p:grpSpPr>
          <p:pic>
            <p:nvPicPr>
              <p:cNvPr id="84" name="Picture 8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4599" y="1977179"/>
                <a:ext cx="387387" cy="388599"/>
              </a:xfrm>
              <a:prstGeom prst="rect">
                <a:avLst/>
              </a:prstGeom>
              <a:ln>
                <a:noFill/>
                <a:prstDash val="solid"/>
              </a:ln>
            </p:spPr>
          </p:pic>
          <p:grpSp>
            <p:nvGrpSpPr>
              <p:cNvPr id="85" name="Group 85"/>
              <p:cNvGrpSpPr/>
              <p:nvPr/>
            </p:nvGrpSpPr>
            <p:grpSpPr>
              <a:xfrm>
                <a:off x="8301733" y="2237316"/>
                <a:ext cx="240937" cy="256924"/>
                <a:chOff x="8301733" y="2237316"/>
                <a:chExt cx="240937" cy="256924"/>
              </a:xfrm>
            </p:grpSpPr>
            <p:pic>
              <p:nvPicPr>
                <p:cNvPr id="86" name="Picture 8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01733" y="2237316"/>
                  <a:ext cx="221834" cy="217752"/>
                </a:xfrm>
                <a:prstGeom prst="roundRect">
                  <a:avLst>
                    <a:gd name="adj" fmla="val 18982"/>
                  </a:avLst>
                </a:prstGeom>
                <a:ln>
                  <a:noFill/>
                  <a:prstDash val="solid"/>
                </a:ln>
              </p:spPr>
            </p:pic>
            <p:pic>
              <p:nvPicPr>
                <p:cNvPr id="87" name="Picture 87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28443" y="2382115"/>
                  <a:ext cx="114227" cy="112125"/>
                </a:xfrm>
                <a:prstGeom prst="rect">
                  <a:avLst/>
                </a:prstGeom>
                <a:ln>
                  <a:noFill/>
                  <a:prstDash val="solid"/>
                </a:ln>
              </p:spPr>
            </p:pic>
          </p:grpSp>
        </p:grpSp>
      </p:grpSp>
      <p:sp>
        <p:nvSpPr>
          <p:cNvPr id="162" name="箭头: 左弧形 161">
            <a:extLst>
              <a:ext uri="{FF2B5EF4-FFF2-40B4-BE49-F238E27FC236}">
                <a16:creationId xmlns:a16="http://schemas.microsoft.com/office/drawing/2014/main" id="{4F79F346-6C1D-DC5A-5A19-7CE1B9B9E57A}"/>
              </a:ext>
            </a:extLst>
          </p:cNvPr>
          <p:cNvSpPr/>
          <p:nvPr/>
        </p:nvSpPr>
        <p:spPr>
          <a:xfrm rot="1611675">
            <a:off x="8717232" y="2010461"/>
            <a:ext cx="457382" cy="935745"/>
          </a:xfrm>
          <a:prstGeom prst="curvedRightArrow">
            <a:avLst>
              <a:gd name="adj1" fmla="val 26234"/>
              <a:gd name="adj2" fmla="val 72355"/>
              <a:gd name="adj3" fmla="val 2635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 altLang="zh-CN" sz="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9028603" y="2873766"/>
            <a:ext cx="761428" cy="210826"/>
            <a:chOff x="4692103" y="4907982"/>
            <a:chExt cx="1601074" cy="355370"/>
          </a:xfrm>
        </p:grpSpPr>
        <p:sp>
          <p:nvSpPr>
            <p:cNvPr id="46" name="AutoShape 46"/>
            <p:cNvSpPr/>
            <p:nvPr/>
          </p:nvSpPr>
          <p:spPr>
            <a:xfrm>
              <a:off x="4692103" y="4920679"/>
              <a:ext cx="1601074" cy="342673"/>
            </a:xfrm>
            <a:prstGeom prst="roundRect">
              <a:avLst>
                <a:gd name="adj" fmla="val 18181"/>
              </a:avLst>
            </a:prstGeom>
            <a:solidFill>
              <a:srgbClr val="DEE0E3">
                <a:alpha val="20000"/>
              </a:srgbClr>
            </a:solidFill>
            <a:ln w="25400" cap="flat" cmpd="sng">
              <a:solidFill>
                <a:srgbClr val="2B2F36">
                  <a:alpha val="20000"/>
                </a:srgbClr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4697511" y="4907982"/>
              <a:ext cx="1528847" cy="3276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sz="1200" b="1" dirty="0">
                  <a:solidFill>
                    <a:srgbClr val="1F2329"/>
                  </a:solidFill>
                  <a:latin typeface="+mj-lt"/>
                </a:rPr>
                <a:t> </a:t>
              </a:r>
              <a:r>
                <a:rPr lang="en-US" altLang="zh-CN" sz="1200" b="1" dirty="0">
                  <a:solidFill>
                    <a:srgbClr val="1F2329"/>
                  </a:solidFill>
                  <a:latin typeface="+mj-lt"/>
                </a:rPr>
                <a:t>PFSM</a:t>
              </a:r>
              <a:endParaRPr lang="en-US" sz="1050" b="1" dirty="0">
                <a:latin typeface="+mj-lt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292227" y="1782006"/>
            <a:ext cx="1865250" cy="903478"/>
            <a:chOff x="8913758" y="1975184"/>
            <a:chExt cx="1865250" cy="903478"/>
          </a:xfrm>
        </p:grpSpPr>
        <p:sp>
          <p:nvSpPr>
            <p:cNvPr id="57" name="AutoShape 57"/>
            <p:cNvSpPr/>
            <p:nvPr/>
          </p:nvSpPr>
          <p:spPr>
            <a:xfrm>
              <a:off x="8913758" y="1975184"/>
              <a:ext cx="1813382" cy="877901"/>
            </a:xfrm>
            <a:prstGeom prst="roundRect">
              <a:avLst>
                <a:gd name="adj" fmla="val 11271"/>
              </a:avLst>
            </a:prstGeom>
            <a:solidFill>
              <a:srgbClr val="DEE0E3">
                <a:alpha val="20000"/>
              </a:srgbClr>
            </a:solidFill>
            <a:ln w="25400" cap="flat" cmpd="sng">
              <a:solidFill>
                <a:srgbClr val="2B2F36">
                  <a:alpha val="20000"/>
                </a:srgbClr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8959083" y="2010342"/>
              <a:ext cx="1318473" cy="837352"/>
              <a:chOff x="8959083" y="2010342"/>
              <a:chExt cx="1318473" cy="837352"/>
            </a:xfrm>
          </p:grpSpPr>
          <p:pic>
            <p:nvPicPr>
              <p:cNvPr id="59" name="Picture 5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7480" y="2018810"/>
                <a:ext cx="931985" cy="828884"/>
              </a:xfrm>
              <a:prstGeom prst="rect">
                <a:avLst/>
              </a:prstGeom>
              <a:ln>
                <a:noFill/>
                <a:prstDash val="solid"/>
              </a:ln>
            </p:spPr>
          </p:pic>
          <p:grpSp>
            <p:nvGrpSpPr>
              <p:cNvPr id="60" name="Group 60"/>
              <p:cNvGrpSpPr/>
              <p:nvPr/>
            </p:nvGrpSpPr>
            <p:grpSpPr>
              <a:xfrm>
                <a:off x="8959083" y="2462474"/>
                <a:ext cx="549333" cy="127000"/>
                <a:chOff x="8959083" y="2462474"/>
                <a:chExt cx="549333" cy="127000"/>
              </a:xfrm>
            </p:grpSpPr>
            <p:sp>
              <p:nvSpPr>
                <p:cNvPr id="61" name="AutoShape 61"/>
                <p:cNvSpPr/>
                <p:nvPr/>
              </p:nvSpPr>
              <p:spPr>
                <a:xfrm>
                  <a:off x="8959083" y="2470942"/>
                  <a:ext cx="530522" cy="117788"/>
                </a:xfrm>
                <a:prstGeom prst="roundRect">
                  <a:avLst>
                    <a:gd name="adj" fmla="val 32346"/>
                  </a:avLst>
                </a:prstGeom>
                <a:solidFill>
                  <a:srgbClr val="8EE085">
                    <a:alpha val="100000"/>
                  </a:srgbClr>
                </a:solidFill>
                <a:ln w="12700" cap="flat" cmpd="sng">
                  <a:solidFill>
                    <a:srgbClr val="2B2F36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/>
                </a:p>
              </p:txBody>
            </p:sp>
            <p:sp>
              <p:nvSpPr>
                <p:cNvPr id="62" name="AutoShape 62"/>
                <p:cNvSpPr/>
                <p:nvPr/>
              </p:nvSpPr>
              <p:spPr>
                <a:xfrm>
                  <a:off x="8976680" y="2462474"/>
                  <a:ext cx="531736" cy="127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25000"/>
                    </a:lnSpc>
                    <a:defRPr/>
                  </a:pPr>
                  <a:r>
                    <a:rPr lang="en-US" sz="700" dirty="0"/>
                    <a:t>Collider</a:t>
                  </a:r>
                  <a:endParaRPr lang="en-US" sz="1100" dirty="0"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9304166" y="2010342"/>
                <a:ext cx="380948" cy="127000"/>
                <a:chOff x="9304166" y="2010342"/>
                <a:chExt cx="380948" cy="127000"/>
              </a:xfrm>
            </p:grpSpPr>
            <p:sp>
              <p:nvSpPr>
                <p:cNvPr id="64" name="AutoShape 64"/>
                <p:cNvSpPr/>
                <p:nvPr/>
              </p:nvSpPr>
              <p:spPr>
                <a:xfrm>
                  <a:off x="9304166" y="2018810"/>
                  <a:ext cx="371290" cy="117788"/>
                </a:xfrm>
                <a:prstGeom prst="roundRect">
                  <a:avLst>
                    <a:gd name="adj" fmla="val 32346"/>
                  </a:avLst>
                </a:prstGeom>
                <a:solidFill>
                  <a:srgbClr val="8EE085">
                    <a:alpha val="100000"/>
                  </a:srgbClr>
                </a:solidFill>
                <a:ln w="12700" cap="flat" cmpd="sng">
                  <a:solidFill>
                    <a:srgbClr val="2B2F36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/>
                </a:p>
              </p:txBody>
            </p:sp>
            <p:sp>
              <p:nvSpPr>
                <p:cNvPr id="65" name="AutoShape 65"/>
                <p:cNvSpPr/>
                <p:nvPr/>
              </p:nvSpPr>
              <p:spPr>
                <a:xfrm>
                  <a:off x="9317963" y="2010342"/>
                  <a:ext cx="367151" cy="127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25000"/>
                    </a:lnSpc>
                    <a:defRPr/>
                  </a:pPr>
                  <a:r>
                    <a:rPr lang="en-US" sz="700" dirty="0"/>
                    <a:t>Camera</a:t>
                  </a:r>
                  <a:endParaRPr lang="en-US" sz="1100" dirty="0"/>
                </a:p>
              </p:txBody>
            </p:sp>
          </p:grpSp>
          <p:grpSp>
            <p:nvGrpSpPr>
              <p:cNvPr id="66" name="Group 66"/>
              <p:cNvGrpSpPr/>
              <p:nvPr/>
            </p:nvGrpSpPr>
            <p:grpSpPr>
              <a:xfrm>
                <a:off x="9607702" y="2160422"/>
                <a:ext cx="669854" cy="144520"/>
                <a:chOff x="9607702" y="2160422"/>
                <a:chExt cx="669854" cy="144520"/>
              </a:xfrm>
            </p:grpSpPr>
            <p:sp>
              <p:nvSpPr>
                <p:cNvPr id="67" name="AutoShape 67"/>
                <p:cNvSpPr/>
                <p:nvPr/>
              </p:nvSpPr>
              <p:spPr>
                <a:xfrm>
                  <a:off x="9607702" y="2187154"/>
                  <a:ext cx="669854" cy="117788"/>
                </a:xfrm>
                <a:prstGeom prst="roundRect">
                  <a:avLst>
                    <a:gd name="adj" fmla="val 32346"/>
                  </a:avLst>
                </a:prstGeom>
                <a:solidFill>
                  <a:srgbClr val="8EE085">
                    <a:alpha val="100000"/>
                  </a:srgbClr>
                </a:solidFill>
                <a:ln w="12700" cap="flat" cmpd="sng">
                  <a:solidFill>
                    <a:srgbClr val="2B2F36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/>
                </a:p>
              </p:txBody>
            </p:sp>
            <p:sp>
              <p:nvSpPr>
                <p:cNvPr id="68" name="AutoShape 68"/>
                <p:cNvSpPr/>
                <p:nvPr/>
              </p:nvSpPr>
              <p:spPr>
                <a:xfrm>
                  <a:off x="9613920" y="2160422"/>
                  <a:ext cx="660475" cy="127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25000"/>
                    </a:lnSpc>
                    <a:defRPr/>
                  </a:pPr>
                  <a:r>
                    <a:rPr lang="en-US" sz="700" dirty="0"/>
                    <a:t>Hand Controller</a:t>
                  </a:r>
                  <a:endParaRPr lang="en-US" sz="1100" dirty="0"/>
                </a:p>
              </p:txBody>
            </p:sp>
          </p:grpSp>
        </p:grpSp>
        <p:sp>
          <p:nvSpPr>
            <p:cNvPr id="69" name="AutoShape 69"/>
            <p:cNvSpPr/>
            <p:nvPr/>
          </p:nvSpPr>
          <p:spPr>
            <a:xfrm>
              <a:off x="9401736" y="2538064"/>
              <a:ext cx="1377272" cy="34059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defRPr/>
              </a:pPr>
              <a:r>
                <a:rPr lang="en-US" sz="1100" b="1" dirty="0">
                  <a:solidFill>
                    <a:srgbClr val="1F2329"/>
                  </a:solidFill>
                </a:rPr>
                <a:t>VRExplorer Agent</a:t>
              </a:r>
              <a:endParaRPr lang="en-US" sz="1050" dirty="0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86747" y="1525697"/>
            <a:ext cx="3476347" cy="279400"/>
            <a:chOff x="7386116" y="1132301"/>
            <a:chExt cx="3476347" cy="279400"/>
          </a:xfrm>
        </p:grpSpPr>
        <p:sp>
          <p:nvSpPr>
            <p:cNvPr id="89" name="AutoShape 89"/>
            <p:cNvSpPr/>
            <p:nvPr/>
          </p:nvSpPr>
          <p:spPr>
            <a:xfrm>
              <a:off x="7518643" y="1132301"/>
              <a:ext cx="3343820" cy="279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91440" tIns="45720" rIns="91440" bIns="45720" rtlCol="0" anchor="t">
              <a:noAutofit/>
            </a:bodyPr>
            <a:lstStyle/>
            <a:p>
              <a:pPr>
                <a:defRPr/>
              </a:pPr>
              <a:r>
                <a:rPr lang="en-US" sz="1200" b="1" dirty="0">
                  <a:solidFill>
                    <a:srgbClr val="2B2F36"/>
                  </a:solidFill>
                  <a:latin typeface="+mj-lt"/>
                  <a:ea typeface="Times New Roman"/>
                  <a:cs typeface="Times New Roman"/>
                  <a:sym typeface="Times New Roman"/>
                </a:rPr>
                <a:t>Behavior Execution and Scene Exploration</a:t>
              </a:r>
              <a:endParaRPr lang="en-US" sz="1100" b="1" dirty="0">
                <a:latin typeface="+mj-lt"/>
              </a:endParaRP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7386116" y="1167228"/>
              <a:ext cx="195560" cy="201786"/>
              <a:chOff x="7386116" y="1167228"/>
              <a:chExt cx="195560" cy="201786"/>
            </a:xfrm>
          </p:grpSpPr>
          <p:sp>
            <p:nvSpPr>
              <p:cNvPr id="91" name="AutoShape 91"/>
              <p:cNvSpPr/>
              <p:nvPr/>
            </p:nvSpPr>
            <p:spPr>
              <a:xfrm>
                <a:off x="7386116" y="1191214"/>
                <a:ext cx="177800" cy="1778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 w="25400">
                <a:noFill/>
                <a:prstDash val="solid"/>
              </a:ln>
            </p:spPr>
            <p:txBody>
              <a:bodyPr lIns="63500" tIns="63500" rIns="0" bIns="63500" rtlCol="0" anchor="ctr">
                <a:noAutofit/>
              </a:bodyPr>
              <a:lstStyle/>
              <a:p>
                <a:pPr algn="ctr">
                  <a:defRPr/>
                </a:pPr>
                <a:endParaRPr sz="2628"/>
              </a:p>
            </p:txBody>
          </p:sp>
          <p:sp>
            <p:nvSpPr>
              <p:cNvPr id="92" name="AutoShape 92"/>
              <p:cNvSpPr/>
              <p:nvPr/>
            </p:nvSpPr>
            <p:spPr>
              <a:xfrm>
                <a:off x="7454676" y="1167228"/>
                <a:ext cx="127000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lang="en-US" sz="1100" dirty="0"/>
              </a:p>
            </p:txBody>
          </p:sp>
        </p:grpSp>
      </p:grpSp>
      <p:grpSp>
        <p:nvGrpSpPr>
          <p:cNvPr id="136" name="Group 136"/>
          <p:cNvGrpSpPr/>
          <p:nvPr/>
        </p:nvGrpSpPr>
        <p:grpSpPr>
          <a:xfrm>
            <a:off x="7702649" y="3724196"/>
            <a:ext cx="1434320" cy="243721"/>
            <a:chOff x="4671343" y="5927696"/>
            <a:chExt cx="3096020" cy="380468"/>
          </a:xfrm>
        </p:grpSpPr>
        <p:sp>
          <p:nvSpPr>
            <p:cNvPr id="137" name="AutoShape 137"/>
            <p:cNvSpPr/>
            <p:nvPr/>
          </p:nvSpPr>
          <p:spPr>
            <a:xfrm>
              <a:off x="4671343" y="5959650"/>
              <a:ext cx="3096020" cy="337193"/>
            </a:xfrm>
            <a:prstGeom prst="roundRect">
              <a:avLst>
                <a:gd name="adj" fmla="val 19466"/>
              </a:avLst>
            </a:prstGeom>
            <a:solidFill>
              <a:srgbClr val="64E8D6"/>
            </a:solidFill>
            <a:ln w="12700" cap="flat" cmpd="sng">
              <a:noFill/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>
                <a:defRPr/>
              </a:pPr>
              <a:endParaRPr sz="2628" dirty="0"/>
            </a:p>
          </p:txBody>
        </p:sp>
        <p:sp>
          <p:nvSpPr>
            <p:cNvPr id="138" name="AutoShape 138"/>
            <p:cNvSpPr/>
            <p:nvPr/>
          </p:nvSpPr>
          <p:spPr>
            <a:xfrm>
              <a:off x="4684618" y="5927696"/>
              <a:ext cx="2957531" cy="38046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sz="1200" b="1" dirty="0">
                  <a:solidFill>
                    <a:srgbClr val="1F2329"/>
                  </a:solidFill>
                  <a:latin typeface="+mj-lt"/>
                </a:rPr>
                <a:t>Task Generator</a:t>
              </a:r>
              <a:endParaRPr lang="en-US" sz="1050" b="1" dirty="0">
                <a:latin typeface="+mj-lt"/>
              </a:endParaRPr>
            </a:p>
          </p:txBody>
        </p:sp>
      </p:grpSp>
      <p:sp>
        <p:nvSpPr>
          <p:cNvPr id="172" name="文本框 171">
            <a:extLst>
              <a:ext uri="{FF2B5EF4-FFF2-40B4-BE49-F238E27FC236}">
                <a16:creationId xmlns:a16="http://schemas.microsoft.com/office/drawing/2014/main" id="{5A0E7748-5792-36D1-A042-B237805FF4EF}"/>
              </a:ext>
            </a:extLst>
          </p:cNvPr>
          <p:cNvSpPr txBox="1"/>
          <p:nvPr/>
        </p:nvSpPr>
        <p:spPr>
          <a:xfrm>
            <a:off x="8968587" y="2640142"/>
            <a:ext cx="2343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Interaction  &amp; Scene Analysis</a:t>
            </a:r>
          </a:p>
        </p:txBody>
      </p:sp>
      <p:sp>
        <p:nvSpPr>
          <p:cNvPr id="173" name="AutoShape 130">
            <a:extLst>
              <a:ext uri="{FF2B5EF4-FFF2-40B4-BE49-F238E27FC236}">
                <a16:creationId xmlns:a16="http://schemas.microsoft.com/office/drawing/2014/main" id="{FC01647C-7136-DB54-54B4-4D47E738CC49}"/>
              </a:ext>
            </a:extLst>
          </p:cNvPr>
          <p:cNvSpPr/>
          <p:nvPr/>
        </p:nvSpPr>
        <p:spPr>
          <a:xfrm>
            <a:off x="8969174" y="3551739"/>
            <a:ext cx="151950" cy="191516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0" bIns="45720" rtlCol="0" anchor="ctr">
            <a:noAutofit/>
          </a:bodyPr>
          <a:lstStyle/>
          <a:p>
            <a:pPr algn="ctr">
              <a:defRPr/>
            </a:pPr>
            <a:endParaRPr sz="2628" dirty="0"/>
          </a:p>
        </p:txBody>
      </p:sp>
      <p:sp>
        <p:nvSpPr>
          <p:cNvPr id="272" name="AutoShape 94">
            <a:extLst>
              <a:ext uri="{FF2B5EF4-FFF2-40B4-BE49-F238E27FC236}">
                <a16:creationId xmlns:a16="http://schemas.microsoft.com/office/drawing/2014/main" id="{BCFA3356-B937-C1B2-9FFF-6C366F6B3DE9}"/>
              </a:ext>
            </a:extLst>
          </p:cNvPr>
          <p:cNvSpPr/>
          <p:nvPr/>
        </p:nvSpPr>
        <p:spPr>
          <a:xfrm>
            <a:off x="7628045" y="1512075"/>
            <a:ext cx="4341901" cy="2487608"/>
          </a:xfrm>
          <a:prstGeom prst="roundRect">
            <a:avLst>
              <a:gd name="adj" fmla="val 1335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</a:ln>
        </p:spPr>
        <p:txBody>
          <a:bodyPr lIns="63500" tIns="63500" rIns="63500" bIns="63500" rtlCol="0" anchor="ctr">
            <a:noAutofit/>
          </a:bodyPr>
          <a:lstStyle/>
          <a:p>
            <a:pPr algn="ctr">
              <a:defRPr/>
            </a:pPr>
            <a:endParaRPr sz="2628" dirty="0"/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51D3F694-0D03-4E85-6DF9-53F47B39A5CC}"/>
              </a:ext>
            </a:extLst>
          </p:cNvPr>
          <p:cNvSpPr txBox="1"/>
          <p:nvPr/>
        </p:nvSpPr>
        <p:spPr>
          <a:xfrm>
            <a:off x="9151114" y="3574869"/>
            <a:ext cx="6149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Output</a:t>
            </a: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B6BE9C2F-B4B6-58CF-80F9-2B819DA02DAC}"/>
              </a:ext>
            </a:extLst>
          </p:cNvPr>
          <p:cNvSpPr txBox="1"/>
          <p:nvPr/>
        </p:nvSpPr>
        <p:spPr>
          <a:xfrm>
            <a:off x="7581471" y="3507049"/>
            <a:ext cx="1611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Input Next Interactable</a:t>
            </a:r>
          </a:p>
        </p:txBody>
      </p:sp>
      <p:sp>
        <p:nvSpPr>
          <p:cNvPr id="332" name="箭头: 手杖形 331">
            <a:extLst>
              <a:ext uri="{FF2B5EF4-FFF2-40B4-BE49-F238E27FC236}">
                <a16:creationId xmlns:a16="http://schemas.microsoft.com/office/drawing/2014/main" id="{7331C5C1-4881-046D-2A7B-1CFDA4572284}"/>
              </a:ext>
            </a:extLst>
          </p:cNvPr>
          <p:cNvSpPr/>
          <p:nvPr/>
        </p:nvSpPr>
        <p:spPr>
          <a:xfrm rot="16200000" flipV="1">
            <a:off x="10327530" y="2464229"/>
            <a:ext cx="2028743" cy="768612"/>
          </a:xfrm>
          <a:prstGeom prst="uturnArrow">
            <a:avLst>
              <a:gd name="adj1" fmla="val 16278"/>
              <a:gd name="adj2" fmla="val 21379"/>
              <a:gd name="adj3" fmla="val 35578"/>
              <a:gd name="adj4" fmla="val 61599"/>
              <a:gd name="adj5" fmla="val 10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628" dirty="0">
              <a:solidFill>
                <a:schemeClr val="tx1"/>
              </a:solidFill>
            </a:endParaRPr>
          </a:p>
        </p:txBody>
      </p:sp>
      <p:sp>
        <p:nvSpPr>
          <p:cNvPr id="333" name="AutoShape 130">
            <a:extLst>
              <a:ext uri="{FF2B5EF4-FFF2-40B4-BE49-F238E27FC236}">
                <a16:creationId xmlns:a16="http://schemas.microsoft.com/office/drawing/2014/main" id="{3E66DD17-E987-F4F8-C687-779DA1B4544F}"/>
              </a:ext>
            </a:extLst>
          </p:cNvPr>
          <p:cNvSpPr/>
          <p:nvPr/>
        </p:nvSpPr>
        <p:spPr>
          <a:xfrm rot="16200000">
            <a:off x="9401741" y="3527950"/>
            <a:ext cx="161386" cy="621424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0" bIns="45720" rtlCol="0" anchor="ctr">
            <a:noAutofit/>
          </a:bodyPr>
          <a:lstStyle/>
          <a:p>
            <a:pPr algn="ctr">
              <a:defRPr/>
            </a:pPr>
            <a:endParaRPr sz="2628" dirty="0"/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4119D8DC-6928-70DE-7CC2-E283CD75A1AE}"/>
              </a:ext>
            </a:extLst>
          </p:cNvPr>
          <p:cNvSpPr txBox="1"/>
          <p:nvPr/>
        </p:nvSpPr>
        <p:spPr>
          <a:xfrm rot="5400000">
            <a:off x="11144762" y="2921747"/>
            <a:ext cx="1405133" cy="24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41C6BB"/>
                </a:solidFill>
                <a:latin typeface="+mj-lt"/>
              </a:rPr>
              <a:t>Task</a:t>
            </a:r>
            <a:r>
              <a:rPr lang="en-US" altLang="zh-CN" sz="1000" dirty="0">
                <a:solidFill>
                  <a:srgbClr val="41C6BB"/>
                </a:solidFill>
                <a:latin typeface="+mj-lt"/>
              </a:rPr>
              <a:t> </a:t>
            </a:r>
            <a:r>
              <a:rPr lang="en-US" altLang="zh-CN" sz="1000" dirty="0">
                <a:solidFill>
                  <a:schemeClr val="tx1"/>
                </a:solidFill>
                <a:latin typeface="+mj-lt"/>
              </a:rPr>
              <a:t>Execution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4E124FC-6EF1-544E-358D-710A6072675E}"/>
              </a:ext>
            </a:extLst>
          </p:cNvPr>
          <p:cNvSpPr txBox="1"/>
          <p:nvPr/>
        </p:nvSpPr>
        <p:spPr>
          <a:xfrm>
            <a:off x="7945064" y="2980947"/>
            <a:ext cx="12860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Decision Making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7518751-5464-8C91-DC01-CEE0919C2414}"/>
              </a:ext>
            </a:extLst>
          </p:cNvPr>
          <p:cNvGrpSpPr/>
          <p:nvPr/>
        </p:nvGrpSpPr>
        <p:grpSpPr>
          <a:xfrm>
            <a:off x="5863618" y="1824049"/>
            <a:ext cx="1715387" cy="1980395"/>
            <a:chOff x="5773241" y="2351528"/>
            <a:chExt cx="1715387" cy="1980395"/>
          </a:xfrm>
        </p:grpSpPr>
        <p:grpSp>
          <p:nvGrpSpPr>
            <p:cNvPr id="131" name="Group 131"/>
            <p:cNvGrpSpPr/>
            <p:nvPr/>
          </p:nvGrpSpPr>
          <p:grpSpPr>
            <a:xfrm>
              <a:off x="5801416" y="2351528"/>
              <a:ext cx="1466155" cy="354316"/>
              <a:chOff x="2981772" y="581648"/>
              <a:chExt cx="1466155" cy="354316"/>
            </a:xfrm>
          </p:grpSpPr>
          <p:sp>
            <p:nvSpPr>
              <p:cNvPr id="132" name="AutoShape 132"/>
              <p:cNvSpPr/>
              <p:nvPr/>
            </p:nvSpPr>
            <p:spPr>
              <a:xfrm>
                <a:off x="3107174" y="581648"/>
                <a:ext cx="1340753" cy="35431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r>
                  <a:rPr lang="en-US" sz="1200" b="1" dirty="0">
                    <a:solidFill>
                      <a:srgbClr val="2B2F36"/>
                    </a:solidFill>
                    <a:latin typeface="+mj-lt"/>
                    <a:ea typeface="Times New Roman"/>
                    <a:cs typeface="Times New Roman"/>
                    <a:sym typeface="Times New Roman"/>
                  </a:rPr>
                  <a:t>Implementation Interface</a:t>
                </a:r>
                <a:endParaRPr lang="en-US" sz="1100" dirty="0">
                  <a:latin typeface="+mj-lt"/>
                </a:endParaRPr>
              </a:p>
            </p:txBody>
          </p:sp>
          <p:grpSp>
            <p:nvGrpSpPr>
              <p:cNvPr id="133" name="Group 133"/>
              <p:cNvGrpSpPr/>
              <p:nvPr/>
            </p:nvGrpSpPr>
            <p:grpSpPr>
              <a:xfrm>
                <a:off x="2981772" y="639161"/>
                <a:ext cx="183799" cy="196451"/>
                <a:chOff x="2981772" y="639161"/>
                <a:chExt cx="183799" cy="196451"/>
              </a:xfrm>
            </p:grpSpPr>
            <p:sp>
              <p:nvSpPr>
                <p:cNvPr id="134" name="AutoShape 134"/>
                <p:cNvSpPr/>
                <p:nvPr/>
              </p:nvSpPr>
              <p:spPr>
                <a:xfrm>
                  <a:off x="2981772" y="657812"/>
                  <a:ext cx="177800" cy="177800"/>
                </a:xfrm>
                <a:prstGeom prst="ellipse">
                  <a:avLst/>
                </a:prstGeom>
                <a:solidFill>
                  <a:srgbClr val="000000">
                    <a:alpha val="100000"/>
                  </a:srgbClr>
                </a:solidFill>
                <a:ln w="25400">
                  <a:noFill/>
                  <a:prstDash val="solid"/>
                </a:ln>
              </p:spPr>
              <p:txBody>
                <a:bodyPr lIns="63500" tIns="63500" rIns="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sp>
              <p:nvSpPr>
                <p:cNvPr id="135" name="AutoShape 135"/>
                <p:cNvSpPr/>
                <p:nvPr/>
              </p:nvSpPr>
              <p:spPr>
                <a:xfrm>
                  <a:off x="3038571" y="639161"/>
                  <a:ext cx="127000" cy="1905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sz="1000" dirty="0">
                      <a:solidFill>
                        <a:srgbClr val="FFFFFF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lang="en-US" sz="1100" dirty="0"/>
                </a:p>
              </p:txBody>
            </p:sp>
          </p:grpSp>
        </p:grpSp>
        <p:grpSp>
          <p:nvGrpSpPr>
            <p:cNvPr id="95" name="Group 95"/>
            <p:cNvGrpSpPr/>
            <p:nvPr/>
          </p:nvGrpSpPr>
          <p:grpSpPr>
            <a:xfrm>
              <a:off x="5805193" y="3828909"/>
              <a:ext cx="1555499" cy="477824"/>
              <a:chOff x="3585140" y="4560616"/>
              <a:chExt cx="1555499" cy="477824"/>
            </a:xfrm>
          </p:grpSpPr>
          <p:sp>
            <p:nvSpPr>
              <p:cNvPr id="96" name="AutoShape 96"/>
              <p:cNvSpPr/>
              <p:nvPr/>
            </p:nvSpPr>
            <p:spPr>
              <a:xfrm>
                <a:off x="3634402" y="4560616"/>
                <a:ext cx="1506237" cy="435795"/>
              </a:xfrm>
              <a:prstGeom prst="roundRect">
                <a:avLst>
                  <a:gd name="adj" fmla="val 12833"/>
                </a:avLst>
              </a:prstGeom>
              <a:solidFill>
                <a:srgbClr val="FFBA6B"/>
              </a:solidFill>
              <a:ln w="25400" cap="flat" cmpd="sng">
                <a:noFill/>
                <a:prstDash val="solid"/>
                <a:round/>
              </a:ln>
            </p:spPr>
            <p:txBody>
              <a:bodyPr lIns="63500" tIns="63500" rIns="63500" bIns="63500" rtlCol="0" anchor="ctr">
                <a:noAutofit/>
              </a:bodyPr>
              <a:lstStyle/>
              <a:p>
                <a:pPr algn="ctr">
                  <a:defRPr/>
                </a:pPr>
                <a:endParaRPr sz="2628"/>
              </a:p>
            </p:txBody>
          </p:sp>
          <p:grpSp>
            <p:nvGrpSpPr>
              <p:cNvPr id="97" name="Group 97"/>
              <p:cNvGrpSpPr/>
              <p:nvPr/>
            </p:nvGrpSpPr>
            <p:grpSpPr>
              <a:xfrm>
                <a:off x="4773081" y="4639664"/>
                <a:ext cx="274437" cy="284714"/>
                <a:chOff x="4773081" y="4639664"/>
                <a:chExt cx="274437" cy="284714"/>
              </a:xfrm>
            </p:grpSpPr>
            <p:pic>
              <p:nvPicPr>
                <p:cNvPr id="98" name="Picture 9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73081" y="4639664"/>
                  <a:ext cx="255500" cy="250584"/>
                </a:xfrm>
                <a:prstGeom prst="roundRect">
                  <a:avLst>
                    <a:gd name="adj" fmla="val 10920"/>
                  </a:avLst>
                </a:prstGeom>
                <a:ln>
                  <a:noFill/>
                  <a:prstDash val="solid"/>
                </a:ln>
              </p:spPr>
            </p:pic>
            <p:pic>
              <p:nvPicPr>
                <p:cNvPr id="99" name="Picture 99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15956" y="4795347"/>
                  <a:ext cx="131562" cy="129031"/>
                </a:xfrm>
                <a:prstGeom prst="rect">
                  <a:avLst/>
                </a:prstGeom>
                <a:ln>
                  <a:noFill/>
                  <a:prstDash val="solid"/>
                </a:ln>
              </p:spPr>
            </p:pic>
          </p:grpSp>
          <p:sp>
            <p:nvSpPr>
              <p:cNvPr id="100" name="AutoShape 100"/>
              <p:cNvSpPr/>
              <p:nvPr/>
            </p:nvSpPr>
            <p:spPr>
              <a:xfrm>
                <a:off x="3585140" y="4577489"/>
                <a:ext cx="1304604" cy="46095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r>
                  <a:rPr lang="en-US" sz="900" dirty="0"/>
                  <a:t>Scripts Implemented </a:t>
                </a:r>
              </a:p>
              <a:p>
                <a:pPr algn="ctr">
                  <a:defRPr/>
                </a:pPr>
                <a:r>
                  <a:rPr lang="en-US" sz="900" dirty="0"/>
                  <a:t>Entity Interface</a:t>
                </a:r>
                <a:endParaRPr lang="en-US" sz="1400" dirty="0"/>
              </a:p>
            </p:txBody>
          </p:sp>
        </p:grpSp>
        <p:sp>
          <p:nvSpPr>
            <p:cNvPr id="111" name="AutoShape 111"/>
            <p:cNvSpPr/>
            <p:nvPr/>
          </p:nvSpPr>
          <p:spPr>
            <a:xfrm>
              <a:off x="6076907" y="3408736"/>
              <a:ext cx="1411721" cy="47103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91440" tIns="45720" rIns="91440" bIns="45720" rtlCol="0" anchor="t">
              <a:no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sz="900" dirty="0">
                  <a:solidFill>
                    <a:srgbClr val="2B2F36"/>
                  </a:solidFill>
                </a:rPr>
                <a:t> Customizing Entity Interface Configuration</a:t>
              </a:r>
              <a:endParaRPr lang="en-US" sz="1050" dirty="0"/>
            </a:p>
          </p:txBody>
        </p:sp>
        <p:sp>
          <p:nvSpPr>
            <p:cNvPr id="130" name="AutoShape 130"/>
            <p:cNvSpPr/>
            <p:nvPr/>
          </p:nvSpPr>
          <p:spPr>
            <a:xfrm>
              <a:off x="5988891" y="3453919"/>
              <a:ext cx="177244" cy="331089"/>
            </a:xfrm>
            <a:prstGeom prst="downArrow">
              <a:avLst>
                <a:gd name="adj1" fmla="val 50000"/>
                <a:gd name="adj2" fmla="val 50000"/>
              </a:avLst>
            </a:prstGeom>
            <a:ln w="6350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1440" tIns="45720" rIns="0" bIns="4572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32" name="AutoShape 94">
              <a:extLst>
                <a:ext uri="{FF2B5EF4-FFF2-40B4-BE49-F238E27FC236}">
                  <a16:creationId xmlns:a16="http://schemas.microsoft.com/office/drawing/2014/main" id="{B7394011-2C04-1308-54A3-0E18E1C87A1B}"/>
                </a:ext>
              </a:extLst>
            </p:cNvPr>
            <p:cNvSpPr/>
            <p:nvPr/>
          </p:nvSpPr>
          <p:spPr>
            <a:xfrm>
              <a:off x="5773241" y="2351528"/>
              <a:ext cx="1676400" cy="1980395"/>
            </a:xfrm>
            <a:prstGeom prst="roundRect">
              <a:avLst>
                <a:gd name="adj" fmla="val 1335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3AE343A-1292-300D-5C76-F58C0C6E8BD7}"/>
                </a:ext>
              </a:extLst>
            </p:cNvPr>
            <p:cNvGrpSpPr/>
            <p:nvPr/>
          </p:nvGrpSpPr>
          <p:grpSpPr>
            <a:xfrm>
              <a:off x="5977984" y="2811482"/>
              <a:ext cx="1354736" cy="589767"/>
              <a:chOff x="4292394" y="4343077"/>
              <a:chExt cx="1354736" cy="589767"/>
            </a:xfrm>
          </p:grpSpPr>
          <p:grpSp>
            <p:nvGrpSpPr>
              <p:cNvPr id="114" name="Group 114"/>
              <p:cNvGrpSpPr/>
              <p:nvPr/>
            </p:nvGrpSpPr>
            <p:grpSpPr>
              <a:xfrm>
                <a:off x="4292394" y="4343077"/>
                <a:ext cx="1354736" cy="589767"/>
                <a:chOff x="2800273" y="2879291"/>
                <a:chExt cx="1354736" cy="589767"/>
              </a:xfrm>
            </p:grpSpPr>
            <p:sp>
              <p:nvSpPr>
                <p:cNvPr id="115" name="AutoShape 115"/>
                <p:cNvSpPr/>
                <p:nvPr/>
              </p:nvSpPr>
              <p:spPr>
                <a:xfrm>
                  <a:off x="2800273" y="2879291"/>
                  <a:ext cx="1354736" cy="589767"/>
                </a:xfrm>
                <a:prstGeom prst="roundRect">
                  <a:avLst>
                    <a:gd name="adj" fmla="val 9090"/>
                  </a:avLst>
                </a:prstGeom>
                <a:solidFill>
                  <a:srgbClr val="DEE0E3">
                    <a:alpha val="20000"/>
                  </a:srgbClr>
                </a:solidFill>
                <a:ln w="25400" cap="flat" cmpd="sng">
                  <a:solidFill>
                    <a:srgbClr val="2B2F36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sp>
              <p:nvSpPr>
                <p:cNvPr id="116" name="AutoShape 116"/>
                <p:cNvSpPr/>
                <p:nvPr/>
              </p:nvSpPr>
              <p:spPr>
                <a:xfrm>
                  <a:off x="2946023" y="3107617"/>
                  <a:ext cx="1114207" cy="314052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FAD355"/>
                </a:solidFill>
                <a:ln w="25400" cap="flat" cmpd="sng">
                  <a:noFill/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pic>
              <p:nvPicPr>
                <p:cNvPr id="117" name="Picture 117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80086" y="3151109"/>
                  <a:ext cx="252000" cy="249338"/>
                </a:xfrm>
                <a:prstGeom prst="roundRect">
                  <a:avLst>
                    <a:gd name="adj" fmla="val 10768"/>
                  </a:avLst>
                </a:prstGeom>
                <a:ln>
                  <a:noFill/>
                  <a:prstDash val="solid"/>
                </a:ln>
              </p:spPr>
            </p:pic>
            <p:sp>
              <p:nvSpPr>
                <p:cNvPr id="119" name="AutoShape 119"/>
                <p:cNvSpPr/>
                <p:nvPr/>
              </p:nvSpPr>
              <p:spPr>
                <a:xfrm>
                  <a:off x="2929314" y="3122689"/>
                  <a:ext cx="860063" cy="239218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>
                    <a:defRPr/>
                  </a:pPr>
                  <a:r>
                    <a:rPr lang="en-US" sz="900" dirty="0"/>
                    <a:t>Core Scripts</a:t>
                  </a:r>
                  <a:endParaRPr lang="en-US" sz="1200" dirty="0"/>
                </a:p>
              </p:txBody>
            </p:sp>
          </p:grpSp>
          <p:sp>
            <p:nvSpPr>
              <p:cNvPr id="160" name="AutoShape 119">
                <a:extLst>
                  <a:ext uri="{FF2B5EF4-FFF2-40B4-BE49-F238E27FC236}">
                    <a16:creationId xmlns:a16="http://schemas.microsoft.com/office/drawing/2014/main" id="{1E3437F8-C384-56FD-1FB4-2E2F2A8D6B68}"/>
                  </a:ext>
                </a:extLst>
              </p:cNvPr>
              <p:cNvSpPr/>
              <p:nvPr/>
            </p:nvSpPr>
            <p:spPr>
              <a:xfrm>
                <a:off x="4460756" y="4354348"/>
                <a:ext cx="860063" cy="239218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1"/>
                    </a:solidFill>
                  </a:rPr>
                  <a:t>Full Project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63" name="Group 45">
            <a:extLst>
              <a:ext uri="{FF2B5EF4-FFF2-40B4-BE49-F238E27FC236}">
                <a16:creationId xmlns:a16="http://schemas.microsoft.com/office/drawing/2014/main" id="{C1A10C7E-7062-58EE-FDB2-BB97F5BF0F80}"/>
              </a:ext>
            </a:extLst>
          </p:cNvPr>
          <p:cNvGrpSpPr/>
          <p:nvPr/>
        </p:nvGrpSpPr>
        <p:grpSpPr>
          <a:xfrm>
            <a:off x="7733566" y="3255541"/>
            <a:ext cx="1547419" cy="275605"/>
            <a:chOff x="4384241" y="5252566"/>
            <a:chExt cx="1601074" cy="330364"/>
          </a:xfrm>
        </p:grpSpPr>
        <p:sp>
          <p:nvSpPr>
            <p:cNvPr id="171" name="AutoShape 46">
              <a:extLst>
                <a:ext uri="{FF2B5EF4-FFF2-40B4-BE49-F238E27FC236}">
                  <a16:creationId xmlns:a16="http://schemas.microsoft.com/office/drawing/2014/main" id="{2072AB01-A1F3-928B-BDD0-28CB015AA867}"/>
                </a:ext>
              </a:extLst>
            </p:cNvPr>
            <p:cNvSpPr/>
            <p:nvPr/>
          </p:nvSpPr>
          <p:spPr>
            <a:xfrm>
              <a:off x="4384241" y="5280861"/>
              <a:ext cx="1601074" cy="302069"/>
            </a:xfrm>
            <a:prstGeom prst="roundRect">
              <a:avLst>
                <a:gd name="adj" fmla="val 18181"/>
              </a:avLst>
            </a:prstGeom>
            <a:solidFill>
              <a:srgbClr val="DEE0E3">
                <a:alpha val="20000"/>
              </a:srgbClr>
            </a:solidFill>
            <a:ln w="25400" cap="flat" cmpd="sng">
              <a:solidFill>
                <a:srgbClr val="2B2F36">
                  <a:alpha val="20000"/>
                </a:srgbClr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175" name="AutoShape 47">
              <a:extLst>
                <a:ext uri="{FF2B5EF4-FFF2-40B4-BE49-F238E27FC236}">
                  <a16:creationId xmlns:a16="http://schemas.microsoft.com/office/drawing/2014/main" id="{6CC3C938-A58E-4DD4-FA3B-E6F78F79F99E}"/>
                </a:ext>
              </a:extLst>
            </p:cNvPr>
            <p:cNvSpPr/>
            <p:nvPr/>
          </p:nvSpPr>
          <p:spPr>
            <a:xfrm>
              <a:off x="4446698" y="5252566"/>
              <a:ext cx="1528848" cy="3276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1200" b="1" dirty="0">
                  <a:solidFill>
                    <a:srgbClr val="1F2329"/>
                  </a:solidFill>
                  <a:latin typeface="+mj-lt"/>
                </a:rPr>
                <a:t>T</a:t>
              </a:r>
              <a:r>
                <a:rPr lang="en-US" sz="1200" b="1" dirty="0">
                  <a:solidFill>
                    <a:srgbClr val="1F2329"/>
                  </a:solidFill>
                  <a:latin typeface="+mj-lt"/>
                </a:rPr>
                <a:t>ask Execution</a:t>
              </a:r>
              <a:endParaRPr lang="en-US" sz="1050" b="1" dirty="0">
                <a:latin typeface="+mj-lt"/>
              </a:endParaRPr>
            </a:p>
          </p:txBody>
        </p:sp>
      </p:grpSp>
      <p:grpSp>
        <p:nvGrpSpPr>
          <p:cNvPr id="216" name="Group 45">
            <a:extLst>
              <a:ext uri="{FF2B5EF4-FFF2-40B4-BE49-F238E27FC236}">
                <a16:creationId xmlns:a16="http://schemas.microsoft.com/office/drawing/2014/main" id="{B96F213F-2F97-8C6F-19F2-859175188E29}"/>
              </a:ext>
            </a:extLst>
          </p:cNvPr>
          <p:cNvGrpSpPr/>
          <p:nvPr/>
        </p:nvGrpSpPr>
        <p:grpSpPr>
          <a:xfrm>
            <a:off x="9500979" y="3234559"/>
            <a:ext cx="1468649" cy="386140"/>
            <a:chOff x="4410595" y="5285262"/>
            <a:chExt cx="1601074" cy="275727"/>
          </a:xfrm>
        </p:grpSpPr>
        <p:sp>
          <p:nvSpPr>
            <p:cNvPr id="219" name="AutoShape 46">
              <a:extLst>
                <a:ext uri="{FF2B5EF4-FFF2-40B4-BE49-F238E27FC236}">
                  <a16:creationId xmlns:a16="http://schemas.microsoft.com/office/drawing/2014/main" id="{E6433FEF-80BF-9B65-4279-D2219B450BE1}"/>
                </a:ext>
              </a:extLst>
            </p:cNvPr>
            <p:cNvSpPr/>
            <p:nvPr/>
          </p:nvSpPr>
          <p:spPr>
            <a:xfrm>
              <a:off x="4410595" y="5285262"/>
              <a:ext cx="1601074" cy="262126"/>
            </a:xfrm>
            <a:prstGeom prst="roundRect">
              <a:avLst>
                <a:gd name="adj" fmla="val 18181"/>
              </a:avLst>
            </a:prstGeom>
            <a:solidFill>
              <a:srgbClr val="DEE0E3">
                <a:alpha val="20000"/>
              </a:srgbClr>
            </a:solidFill>
            <a:ln w="25400" cap="flat" cmpd="sng">
              <a:solidFill>
                <a:srgbClr val="2B2F36">
                  <a:alpha val="20000"/>
                </a:srgbClr>
              </a:solidFill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221" name="AutoShape 47">
              <a:extLst>
                <a:ext uri="{FF2B5EF4-FFF2-40B4-BE49-F238E27FC236}">
                  <a16:creationId xmlns:a16="http://schemas.microsoft.com/office/drawing/2014/main" id="{03E90B5C-D517-0E0C-0EEE-A104AB7E4A27}"/>
                </a:ext>
              </a:extLst>
            </p:cNvPr>
            <p:cNvSpPr/>
            <p:nvPr/>
          </p:nvSpPr>
          <p:spPr>
            <a:xfrm>
              <a:off x="4446702" y="5289005"/>
              <a:ext cx="1528848" cy="27198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lnSpc>
                  <a:spcPts val="1100"/>
                </a:lnSpc>
                <a:defRPr/>
              </a:pPr>
              <a:r>
                <a:rPr lang="en-US" altLang="zh-CN" sz="1200" b="1" dirty="0">
                  <a:solidFill>
                    <a:srgbClr val="1F2329"/>
                  </a:solidFill>
                  <a:latin typeface="+mj-lt"/>
                </a:rPr>
                <a:t>Autonomous </a:t>
              </a:r>
            </a:p>
            <a:p>
              <a:pPr algn="ctr">
                <a:lnSpc>
                  <a:spcPts val="1100"/>
                </a:lnSpc>
                <a:defRPr/>
              </a:pPr>
              <a:r>
                <a:rPr lang="en-US" altLang="zh-CN" sz="1200" b="1" dirty="0">
                  <a:solidFill>
                    <a:srgbClr val="1F2329"/>
                  </a:solidFill>
                  <a:latin typeface="+mj-lt"/>
                </a:rPr>
                <a:t>Event </a:t>
              </a:r>
              <a:r>
                <a:rPr lang="en-US" sz="1200" b="1" dirty="0">
                  <a:solidFill>
                    <a:srgbClr val="1F2329"/>
                  </a:solidFill>
                  <a:latin typeface="+mj-lt"/>
                </a:rPr>
                <a:t>Invocation</a:t>
              </a:r>
              <a:endParaRPr lang="en-US" sz="1050" b="1" dirty="0">
                <a:latin typeface="+mj-lt"/>
              </a:endParaRPr>
            </a:p>
          </p:txBody>
        </p:sp>
      </p:grpSp>
      <p:sp>
        <p:nvSpPr>
          <p:cNvPr id="230" name="箭头: 手杖形 229">
            <a:extLst>
              <a:ext uri="{FF2B5EF4-FFF2-40B4-BE49-F238E27FC236}">
                <a16:creationId xmlns:a16="http://schemas.microsoft.com/office/drawing/2014/main" id="{8A0EDCE8-D112-D99A-5E81-84334087B77F}"/>
              </a:ext>
            </a:extLst>
          </p:cNvPr>
          <p:cNvSpPr/>
          <p:nvPr/>
        </p:nvSpPr>
        <p:spPr>
          <a:xfrm rot="16200000" flipV="1">
            <a:off x="10620565" y="2600083"/>
            <a:ext cx="1353306" cy="437724"/>
          </a:xfrm>
          <a:prstGeom prst="uturnArrow">
            <a:avLst>
              <a:gd name="adj1" fmla="val 26634"/>
              <a:gd name="adj2" fmla="val 25000"/>
              <a:gd name="adj3" fmla="val 27685"/>
              <a:gd name="adj4" fmla="val 55646"/>
              <a:gd name="adj5" fmla="val 9188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628" dirty="0">
              <a:solidFill>
                <a:schemeClr val="tx1"/>
              </a:solidFill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87F8653-4C1B-1BF1-65A6-FC1D5DAAA9E7}"/>
              </a:ext>
            </a:extLst>
          </p:cNvPr>
          <p:cNvSpPr txBox="1"/>
          <p:nvPr/>
        </p:nvSpPr>
        <p:spPr>
          <a:xfrm rot="5400000">
            <a:off x="10647134" y="2698652"/>
            <a:ext cx="1168335" cy="35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zh-CN" sz="1000" dirty="0"/>
              <a:t>Autonomous Event Invocation</a:t>
            </a:r>
          </a:p>
        </p:txBody>
      </p:sp>
      <p:cxnSp>
        <p:nvCxnSpPr>
          <p:cNvPr id="253" name="连接符: 曲线 252">
            <a:extLst>
              <a:ext uri="{FF2B5EF4-FFF2-40B4-BE49-F238E27FC236}">
                <a16:creationId xmlns:a16="http://schemas.microsoft.com/office/drawing/2014/main" id="{ABAD173E-DF93-BB0A-8555-4B678B36FE5B}"/>
              </a:ext>
            </a:extLst>
          </p:cNvPr>
          <p:cNvCxnSpPr>
            <a:cxnSpLocks/>
            <a:stCxn id="46" idx="2"/>
            <a:endCxn id="171" idx="0"/>
          </p:cNvCxnSpPr>
          <p:nvPr/>
        </p:nvCxnSpPr>
        <p:spPr>
          <a:xfrm rot="5400000">
            <a:off x="8861019" y="2730850"/>
            <a:ext cx="194552" cy="902045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7" name="连接符: 曲线 256">
            <a:extLst>
              <a:ext uri="{FF2B5EF4-FFF2-40B4-BE49-F238E27FC236}">
                <a16:creationId xmlns:a16="http://schemas.microsoft.com/office/drawing/2014/main" id="{DAB3E9EE-5150-E4D9-76D0-9D7DC57591EE}"/>
              </a:ext>
            </a:extLst>
          </p:cNvPr>
          <p:cNvCxnSpPr>
            <a:cxnSpLocks/>
            <a:stCxn id="46" idx="2"/>
            <a:endCxn id="219" idx="0"/>
          </p:cNvCxnSpPr>
          <p:nvPr/>
        </p:nvCxnSpPr>
        <p:spPr>
          <a:xfrm rot="16200000" flipH="1">
            <a:off x="9747334" y="2746582"/>
            <a:ext cx="149957" cy="825983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7" name="Group 136">
            <a:extLst>
              <a:ext uri="{FF2B5EF4-FFF2-40B4-BE49-F238E27FC236}">
                <a16:creationId xmlns:a16="http://schemas.microsoft.com/office/drawing/2014/main" id="{213D05F2-935A-D4DE-5245-E734F0974E10}"/>
              </a:ext>
            </a:extLst>
          </p:cNvPr>
          <p:cNvGrpSpPr/>
          <p:nvPr/>
        </p:nvGrpSpPr>
        <p:grpSpPr>
          <a:xfrm>
            <a:off x="9808849" y="3719061"/>
            <a:ext cx="1126846" cy="244800"/>
            <a:chOff x="5920154" y="6349527"/>
            <a:chExt cx="2001213" cy="377912"/>
          </a:xfrm>
        </p:grpSpPr>
        <p:sp>
          <p:nvSpPr>
            <p:cNvPr id="33" name="AutoShape 137">
              <a:extLst>
                <a:ext uri="{FF2B5EF4-FFF2-40B4-BE49-F238E27FC236}">
                  <a16:creationId xmlns:a16="http://schemas.microsoft.com/office/drawing/2014/main" id="{85F9B0D6-3F7D-7025-9349-50D635301382}"/>
                </a:ext>
              </a:extLst>
            </p:cNvPr>
            <p:cNvSpPr/>
            <p:nvPr/>
          </p:nvSpPr>
          <p:spPr>
            <a:xfrm>
              <a:off x="5920154" y="6359620"/>
              <a:ext cx="2001213" cy="333450"/>
            </a:xfrm>
            <a:prstGeom prst="roundRect">
              <a:avLst>
                <a:gd name="adj" fmla="val 19466"/>
              </a:avLst>
            </a:prstGeom>
            <a:solidFill>
              <a:srgbClr val="64E8D6"/>
            </a:solidFill>
            <a:ln w="12700" cap="flat" cmpd="sng">
              <a:noFill/>
              <a:prstDash val="solid"/>
              <a:round/>
            </a:ln>
          </p:spPr>
          <p:txBody>
            <a:bodyPr lIns="63500" tIns="63500" rIns="63500" bIns="63500" rtlCol="0" anchor="ctr">
              <a:noAutofit/>
            </a:bodyPr>
            <a:lstStyle/>
            <a:p>
              <a:pPr>
                <a:defRPr/>
              </a:pPr>
              <a:endParaRPr sz="2628" dirty="0"/>
            </a:p>
          </p:txBody>
        </p:sp>
        <p:sp>
          <p:nvSpPr>
            <p:cNvPr id="34" name="AutoShape 138">
              <a:extLst>
                <a:ext uri="{FF2B5EF4-FFF2-40B4-BE49-F238E27FC236}">
                  <a16:creationId xmlns:a16="http://schemas.microsoft.com/office/drawing/2014/main" id="{8D8828F4-59BB-CE7C-FD84-8CAE7C6DC0AD}"/>
                </a:ext>
              </a:extLst>
            </p:cNvPr>
            <p:cNvSpPr/>
            <p:nvPr/>
          </p:nvSpPr>
          <p:spPr>
            <a:xfrm>
              <a:off x="6120383" y="6349527"/>
              <a:ext cx="1546139" cy="37791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0" tIns="0" rIns="0" bIns="0" rtlCol="0" anchor="ctr">
              <a:noAutofit/>
            </a:bodyPr>
            <a:lstStyle/>
            <a:p>
              <a:pPr algn="ctr">
                <a:defRPr/>
              </a:pPr>
              <a:r>
                <a:rPr lang="en-US" sz="1200" b="1" dirty="0">
                  <a:solidFill>
                    <a:srgbClr val="1F2329"/>
                  </a:solidFill>
                  <a:latin typeface="+mj-lt"/>
                </a:rPr>
                <a:t>Task Model</a:t>
              </a:r>
              <a:endParaRPr lang="en-US" sz="1050" b="1" dirty="0">
                <a:latin typeface="+mj-lt"/>
              </a:endParaRPr>
            </a:p>
          </p:txBody>
        </p:sp>
      </p:grpSp>
      <p:sp>
        <p:nvSpPr>
          <p:cNvPr id="274" name="AutoShape 34">
            <a:extLst>
              <a:ext uri="{FF2B5EF4-FFF2-40B4-BE49-F238E27FC236}">
                <a16:creationId xmlns:a16="http://schemas.microsoft.com/office/drawing/2014/main" id="{19A3580A-56B3-6C16-5F64-FB18DE9881D8}"/>
              </a:ext>
            </a:extLst>
          </p:cNvPr>
          <p:cNvSpPr/>
          <p:nvPr/>
        </p:nvSpPr>
        <p:spPr>
          <a:xfrm>
            <a:off x="40856" y="4128591"/>
            <a:ext cx="12058700" cy="327038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>
            <a:noAutofit/>
          </a:bodyPr>
          <a:lstStyle/>
          <a:p>
            <a:pPr algn="ctr">
              <a:defRPr/>
            </a:pPr>
            <a:endParaRPr sz="1000" dirty="0"/>
          </a:p>
        </p:txBody>
      </p:sp>
      <p:sp>
        <p:nvSpPr>
          <p:cNvPr id="37" name="AutoShape 37"/>
          <p:cNvSpPr/>
          <p:nvPr/>
        </p:nvSpPr>
        <p:spPr>
          <a:xfrm>
            <a:off x="3960049" y="4190469"/>
            <a:ext cx="447840" cy="160990"/>
          </a:xfrm>
          <a:prstGeom prst="rect">
            <a:avLst/>
          </a:prstGeom>
          <a:solidFill>
            <a:srgbClr val="FAD355">
              <a:alpha val="70000"/>
            </a:srgbClr>
          </a:solidFill>
          <a:ln w="12700" cap="flat">
            <a:noFill/>
            <a:prstDash val="solid"/>
          </a:ln>
        </p:spPr>
        <p:txBody>
          <a:bodyPr lIns="91440" tIns="45720" rIns="91440" bIns="45720" rtlCol="0" anchor="ctr">
            <a:noAutofit/>
          </a:bodyPr>
          <a:lstStyle/>
          <a:p>
            <a:pPr algn="ctr">
              <a:defRPr/>
            </a:pPr>
            <a:endParaRPr sz="1000" dirty="0"/>
          </a:p>
        </p:txBody>
      </p:sp>
      <p:sp>
        <p:nvSpPr>
          <p:cNvPr id="38" name="AutoShape 38"/>
          <p:cNvSpPr/>
          <p:nvPr/>
        </p:nvSpPr>
        <p:spPr>
          <a:xfrm>
            <a:off x="2697280" y="4196641"/>
            <a:ext cx="447840" cy="161648"/>
          </a:xfrm>
          <a:prstGeom prst="rect">
            <a:avLst/>
          </a:prstGeom>
          <a:solidFill>
            <a:srgbClr val="FFBA6B">
              <a:alpha val="100000"/>
            </a:srgbClr>
          </a:solidFill>
          <a:ln w="12700" cap="flat">
            <a:noFill/>
            <a:prstDash val="solid"/>
          </a:ln>
        </p:spPr>
        <p:txBody>
          <a:bodyPr lIns="91440" tIns="45720" rIns="91440" bIns="45720" rtlCol="0" anchor="ctr">
            <a:noAutofit/>
          </a:bodyPr>
          <a:lstStyle/>
          <a:p>
            <a:pPr algn="ctr">
              <a:defRPr/>
            </a:pPr>
            <a:endParaRPr sz="1000" dirty="0"/>
          </a:p>
        </p:txBody>
      </p:sp>
      <p:sp>
        <p:nvSpPr>
          <p:cNvPr id="39" name="AutoShape 39"/>
          <p:cNvSpPr/>
          <p:nvPr/>
        </p:nvSpPr>
        <p:spPr>
          <a:xfrm>
            <a:off x="1339059" y="4217503"/>
            <a:ext cx="447840" cy="175140"/>
          </a:xfrm>
          <a:prstGeom prst="rect">
            <a:avLst/>
          </a:prstGeom>
          <a:solidFill>
            <a:srgbClr val="6A8ED5"/>
          </a:solidFill>
          <a:ln w="12700" cap="flat">
            <a:noFill/>
            <a:prstDash val="solid"/>
          </a:ln>
        </p:spPr>
        <p:txBody>
          <a:bodyPr lIns="91440" tIns="45720" rIns="91440" bIns="45720" rtlCol="0" anchor="ctr">
            <a:noAutofit/>
          </a:bodyPr>
          <a:lstStyle/>
          <a:p>
            <a:pPr algn="ctr">
              <a:defRPr/>
            </a:pPr>
            <a:endParaRPr sz="1000" dirty="0"/>
          </a:p>
        </p:txBody>
      </p:sp>
      <p:sp>
        <p:nvSpPr>
          <p:cNvPr id="40" name="AutoShape 40"/>
          <p:cNvSpPr/>
          <p:nvPr/>
        </p:nvSpPr>
        <p:spPr>
          <a:xfrm flipV="1">
            <a:off x="131268" y="4205776"/>
            <a:ext cx="447840" cy="184172"/>
          </a:xfrm>
          <a:prstGeom prst="rect">
            <a:avLst/>
          </a:prstGeom>
          <a:solidFill>
            <a:srgbClr val="64E8D6">
              <a:alpha val="100000"/>
            </a:srgbClr>
          </a:solidFill>
          <a:ln w="12700" cap="flat">
            <a:noFill/>
            <a:prstDash val="solid"/>
          </a:ln>
        </p:spPr>
        <p:txBody>
          <a:bodyPr lIns="91440" tIns="45720" rIns="91440" bIns="45720" rtlCol="0" anchor="ctr">
            <a:noAutofit/>
          </a:bodyPr>
          <a:lstStyle/>
          <a:p>
            <a:pPr algn="ctr">
              <a:defRPr/>
            </a:pPr>
            <a:endParaRPr sz="1000" dirty="0"/>
          </a:p>
        </p:txBody>
      </p:sp>
      <p:sp>
        <p:nvSpPr>
          <p:cNvPr id="41" name="AutoShape 41"/>
          <p:cNvSpPr/>
          <p:nvPr/>
        </p:nvSpPr>
        <p:spPr>
          <a:xfrm>
            <a:off x="1715226" y="4177745"/>
            <a:ext cx="1143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Action Layer</a:t>
            </a:r>
          </a:p>
        </p:txBody>
      </p:sp>
      <p:sp>
        <p:nvSpPr>
          <p:cNvPr id="42" name="AutoShape 42"/>
          <p:cNvSpPr/>
          <p:nvPr/>
        </p:nvSpPr>
        <p:spPr>
          <a:xfrm>
            <a:off x="3071962" y="4165469"/>
            <a:ext cx="1206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Entity Layer</a:t>
            </a:r>
          </a:p>
        </p:txBody>
      </p:sp>
      <p:sp>
        <p:nvSpPr>
          <p:cNvPr id="43" name="AutoShape 43"/>
          <p:cNvSpPr/>
          <p:nvPr/>
        </p:nvSpPr>
        <p:spPr>
          <a:xfrm rot="10800000" flipV="1">
            <a:off x="4332444" y="4165959"/>
            <a:ext cx="12573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Mono Scripts</a:t>
            </a:r>
          </a:p>
        </p:txBody>
      </p:sp>
      <p:sp>
        <p:nvSpPr>
          <p:cNvPr id="44" name="AutoShape 44"/>
          <p:cNvSpPr/>
          <p:nvPr/>
        </p:nvSpPr>
        <p:spPr>
          <a:xfrm>
            <a:off x="500526" y="4166530"/>
            <a:ext cx="900144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Task Layer</a:t>
            </a:r>
          </a:p>
        </p:txBody>
      </p:sp>
      <p:pic>
        <p:nvPicPr>
          <p:cNvPr id="275" name="Picture 103">
            <a:extLst>
              <a:ext uri="{FF2B5EF4-FFF2-40B4-BE49-F238E27FC236}">
                <a16:creationId xmlns:a16="http://schemas.microsoft.com/office/drawing/2014/main" id="{71CC9F1D-E2BD-750A-C7DE-C6BFC80CB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831" y="4168374"/>
            <a:ext cx="223202" cy="21890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276" name="Picture 71">
            <a:extLst>
              <a:ext uri="{FF2B5EF4-FFF2-40B4-BE49-F238E27FC236}">
                <a16:creationId xmlns:a16="http://schemas.microsoft.com/office/drawing/2014/main" id="{4FDB8312-AA5A-7045-403E-3F6A7D82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875" y="4181201"/>
            <a:ext cx="223202" cy="2239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279" name="Picture 123">
            <a:extLst>
              <a:ext uri="{FF2B5EF4-FFF2-40B4-BE49-F238E27FC236}">
                <a16:creationId xmlns:a16="http://schemas.microsoft.com/office/drawing/2014/main" id="{E061F5A0-17A1-CB31-425B-2267BDBDE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476" y="4174589"/>
            <a:ext cx="223202" cy="250737"/>
          </a:xfrm>
          <a:prstGeom prst="roundRect">
            <a:avLst>
              <a:gd name="adj" fmla="val 10768"/>
            </a:avLst>
          </a:prstGeom>
          <a:ln>
            <a:noFill/>
            <a:prstDash val="solid"/>
          </a:ln>
        </p:spPr>
      </p:pic>
      <p:sp>
        <p:nvSpPr>
          <p:cNvPr id="280" name="AutoShape 44">
            <a:extLst>
              <a:ext uri="{FF2B5EF4-FFF2-40B4-BE49-F238E27FC236}">
                <a16:creationId xmlns:a16="http://schemas.microsoft.com/office/drawing/2014/main" id="{F06ECEF4-F44C-6BBC-A808-566ADA75CF4B}"/>
              </a:ext>
            </a:extLst>
          </p:cNvPr>
          <p:cNvSpPr/>
          <p:nvPr/>
        </p:nvSpPr>
        <p:spPr>
          <a:xfrm>
            <a:off x="10039708" y="4191204"/>
            <a:ext cx="103809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C# Scripts File</a:t>
            </a:r>
          </a:p>
        </p:txBody>
      </p:sp>
      <p:sp>
        <p:nvSpPr>
          <p:cNvPr id="281" name="AutoShape 44">
            <a:extLst>
              <a:ext uri="{FF2B5EF4-FFF2-40B4-BE49-F238E27FC236}">
                <a16:creationId xmlns:a16="http://schemas.microsoft.com/office/drawing/2014/main" id="{AD2A41C4-588D-ADC5-E1F3-BBFC626BD975}"/>
              </a:ext>
            </a:extLst>
          </p:cNvPr>
          <p:cNvSpPr/>
          <p:nvPr/>
        </p:nvSpPr>
        <p:spPr>
          <a:xfrm>
            <a:off x="8809713" y="4161436"/>
            <a:ext cx="103809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Entity Interface</a:t>
            </a:r>
          </a:p>
        </p:txBody>
      </p:sp>
      <p:sp>
        <p:nvSpPr>
          <p:cNvPr id="282" name="AutoShape 44">
            <a:extLst>
              <a:ext uri="{FF2B5EF4-FFF2-40B4-BE49-F238E27FC236}">
                <a16:creationId xmlns:a16="http://schemas.microsoft.com/office/drawing/2014/main" id="{05AA1ED6-473A-9840-69EB-378F3E6D4CBA}"/>
              </a:ext>
            </a:extLst>
          </p:cNvPr>
          <p:cNvSpPr/>
          <p:nvPr/>
        </p:nvSpPr>
        <p:spPr>
          <a:xfrm>
            <a:off x="11184766" y="4181083"/>
            <a:ext cx="103809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GameObjects</a:t>
            </a:r>
          </a:p>
        </p:txBody>
      </p:sp>
      <p:pic>
        <p:nvPicPr>
          <p:cNvPr id="285" name="Picture 77">
            <a:extLst>
              <a:ext uri="{FF2B5EF4-FFF2-40B4-BE49-F238E27FC236}">
                <a16:creationId xmlns:a16="http://schemas.microsoft.com/office/drawing/2014/main" id="{397E98B8-56B7-C927-FBEA-1C835BDFA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826" y="4170440"/>
            <a:ext cx="241575" cy="241575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286" name="AutoShape 44">
            <a:extLst>
              <a:ext uri="{FF2B5EF4-FFF2-40B4-BE49-F238E27FC236}">
                <a16:creationId xmlns:a16="http://schemas.microsoft.com/office/drawing/2014/main" id="{2C79EEA9-1F33-A927-2B59-3D9988D2D38E}"/>
              </a:ext>
            </a:extLst>
          </p:cNvPr>
          <p:cNvSpPr/>
          <p:nvPr/>
        </p:nvSpPr>
        <p:spPr>
          <a:xfrm>
            <a:off x="5403548" y="4171056"/>
            <a:ext cx="103809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Unity Scene</a:t>
            </a:r>
          </a:p>
        </p:txBody>
      </p:sp>
      <p:pic>
        <p:nvPicPr>
          <p:cNvPr id="356" name="Picture 122">
            <a:extLst>
              <a:ext uri="{FF2B5EF4-FFF2-40B4-BE49-F238E27FC236}">
                <a16:creationId xmlns:a16="http://schemas.microsoft.com/office/drawing/2014/main" id="{5ACC8A48-B1A3-DAFC-3111-85339A0E8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681" y="4178186"/>
            <a:ext cx="224230" cy="211791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57" name="AutoShape 44">
            <a:extLst>
              <a:ext uri="{FF2B5EF4-FFF2-40B4-BE49-F238E27FC236}">
                <a16:creationId xmlns:a16="http://schemas.microsoft.com/office/drawing/2014/main" id="{36EA9BC7-35E4-945A-D9F7-2D3759647C2E}"/>
              </a:ext>
            </a:extLst>
          </p:cNvPr>
          <p:cNvSpPr/>
          <p:nvPr/>
        </p:nvSpPr>
        <p:spPr>
          <a:xfrm>
            <a:off x="6404673" y="4162080"/>
            <a:ext cx="93815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1000" dirty="0"/>
              <a:t>Third Plugins</a:t>
            </a:r>
          </a:p>
        </p:txBody>
      </p:sp>
      <p:pic>
        <p:nvPicPr>
          <p:cNvPr id="250" name="图片 249">
            <a:extLst>
              <a:ext uri="{FF2B5EF4-FFF2-40B4-BE49-F238E27FC236}">
                <a16:creationId xmlns:a16="http://schemas.microsoft.com/office/drawing/2014/main" id="{8EF70654-511C-15CC-1985-DE41D21DAB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4389" y="4183565"/>
            <a:ext cx="231879" cy="231879"/>
          </a:xfrm>
          <a:prstGeom prst="rect">
            <a:avLst/>
          </a:prstGeom>
        </p:spPr>
      </p:pic>
      <p:sp>
        <p:nvSpPr>
          <p:cNvPr id="254" name="AutoShape 44">
            <a:extLst>
              <a:ext uri="{FF2B5EF4-FFF2-40B4-BE49-F238E27FC236}">
                <a16:creationId xmlns:a16="http://schemas.microsoft.com/office/drawing/2014/main" id="{0478B795-1199-532E-EC36-1FDB39E4C793}"/>
              </a:ext>
            </a:extLst>
          </p:cNvPr>
          <p:cNvSpPr/>
          <p:nvPr/>
        </p:nvSpPr>
        <p:spPr>
          <a:xfrm>
            <a:off x="7651116" y="4161436"/>
            <a:ext cx="103809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altLang="zh-CN" sz="1000" dirty="0"/>
              <a:t>NavMesh Data</a:t>
            </a:r>
            <a:endParaRPr lang="en-US" sz="10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05EA4D2-5D52-CD44-E541-620DC30785A9}"/>
              </a:ext>
            </a:extLst>
          </p:cNvPr>
          <p:cNvGrpSpPr/>
          <p:nvPr/>
        </p:nvGrpSpPr>
        <p:grpSpPr>
          <a:xfrm>
            <a:off x="4117746" y="1820563"/>
            <a:ext cx="1792306" cy="1983881"/>
            <a:chOff x="5570372" y="5535486"/>
            <a:chExt cx="1792306" cy="1983881"/>
          </a:xfrm>
        </p:grpSpPr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D44FB38A-89B2-920A-A2C0-1B9FB6FFE2C8}"/>
                </a:ext>
              </a:extLst>
            </p:cNvPr>
            <p:cNvGrpSpPr/>
            <p:nvPr/>
          </p:nvGrpSpPr>
          <p:grpSpPr>
            <a:xfrm>
              <a:off x="5570372" y="5535486"/>
              <a:ext cx="1792306" cy="1983881"/>
              <a:chOff x="5890941" y="-2558860"/>
              <a:chExt cx="1792306" cy="1983881"/>
            </a:xfrm>
          </p:grpSpPr>
          <p:sp>
            <p:nvSpPr>
              <p:cNvPr id="94" name="AutoShape 94"/>
              <p:cNvSpPr/>
              <p:nvPr/>
            </p:nvSpPr>
            <p:spPr>
              <a:xfrm flipH="1">
                <a:off x="5958526" y="-2558859"/>
                <a:ext cx="1607217" cy="1983880"/>
              </a:xfrm>
              <a:prstGeom prst="roundRect">
                <a:avLst>
                  <a:gd name="adj" fmla="val 1335"/>
                </a:avLst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</a:ln>
            </p:spPr>
            <p:txBody>
              <a:bodyPr lIns="63500" tIns="63500" rIns="63500" bIns="63500" rtlCol="0" anchor="ctr">
                <a:noAutofit/>
              </a:bodyPr>
              <a:lstStyle/>
              <a:p>
                <a:pPr algn="ctr">
                  <a:defRPr/>
                </a:pPr>
                <a:endParaRPr sz="2628" dirty="0"/>
              </a:p>
            </p:txBody>
          </p:sp>
          <p:grpSp>
            <p:nvGrpSpPr>
              <p:cNvPr id="104" name="Group 104"/>
              <p:cNvGrpSpPr/>
              <p:nvPr/>
            </p:nvGrpSpPr>
            <p:grpSpPr>
              <a:xfrm>
                <a:off x="5890941" y="-2096493"/>
                <a:ext cx="1713735" cy="1410603"/>
                <a:chOff x="5231038" y="-1096814"/>
                <a:chExt cx="1713735" cy="1410603"/>
              </a:xfrm>
            </p:grpSpPr>
            <p:sp>
              <p:nvSpPr>
                <p:cNvPr id="107" name="AutoShape 107"/>
                <p:cNvSpPr/>
                <p:nvPr/>
              </p:nvSpPr>
              <p:spPr>
                <a:xfrm>
                  <a:off x="5678695" y="-697521"/>
                  <a:ext cx="185200" cy="279560"/>
                </a:xfrm>
                <a:prstGeom prst="downArrow">
                  <a:avLst>
                    <a:gd name="adj1" fmla="val 50000"/>
                    <a:gd name="adj2" fmla="val 50000"/>
                  </a:avLst>
                </a:prstGeom>
                <a:ln w="6350"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lIns="91440" tIns="45720" rIns="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sp>
              <p:nvSpPr>
                <p:cNvPr id="108" name="AutoShape 108"/>
                <p:cNvSpPr/>
                <p:nvPr/>
              </p:nvSpPr>
              <p:spPr>
                <a:xfrm>
                  <a:off x="5751522" y="-753867"/>
                  <a:ext cx="867653" cy="239218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sz="1000" dirty="0">
                      <a:solidFill>
                        <a:srgbClr val="2B2F36"/>
                      </a:solidFill>
                    </a:rPr>
                    <a:t>Bake NavMesh</a:t>
                  </a:r>
                  <a:endParaRPr lang="en-US" sz="1100" dirty="0"/>
                </a:p>
              </p:txBody>
            </p:sp>
            <p:sp>
              <p:nvSpPr>
                <p:cNvPr id="109" name="AutoShape 109"/>
                <p:cNvSpPr/>
                <p:nvPr/>
              </p:nvSpPr>
              <p:spPr>
                <a:xfrm>
                  <a:off x="5647250" y="-1096814"/>
                  <a:ext cx="1180471" cy="2413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sz="1000" dirty="0"/>
                    <a:t>Original Scene</a:t>
                  </a:r>
                  <a:endParaRPr lang="en-US" sz="1100" dirty="0"/>
                </a:p>
              </p:txBody>
            </p:sp>
            <p:sp>
              <p:nvSpPr>
                <p:cNvPr id="110" name="AutoShape 110"/>
                <p:cNvSpPr/>
                <p:nvPr/>
              </p:nvSpPr>
              <p:spPr>
                <a:xfrm>
                  <a:off x="5231038" y="-59111"/>
                  <a:ext cx="1713735" cy="3729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sz="1000" dirty="0"/>
                    <a:t>Scene </a:t>
                  </a:r>
                  <a:r>
                    <a:rPr lang="en-US" altLang="zh-CN" sz="1000" dirty="0"/>
                    <a:t>with </a:t>
                  </a:r>
                  <a:r>
                    <a:rPr lang="en-US" sz="1000" dirty="0"/>
                    <a:t>NavMesh</a:t>
                  </a:r>
                  <a:br>
                    <a:rPr lang="en-US" sz="1000" dirty="0"/>
                  </a:br>
                  <a:r>
                    <a:rPr lang="en-US" sz="1000" dirty="0"/>
                    <a:t>(for navigation</a:t>
                  </a:r>
                  <a:r>
                    <a:rPr lang="en-US" altLang="zh-CN" sz="1000" dirty="0"/>
                    <a:t>)</a:t>
                  </a:r>
                  <a:endParaRPr lang="en-US" sz="1000" dirty="0"/>
                </a:p>
              </p:txBody>
            </p:sp>
          </p:grpSp>
          <p:grpSp>
            <p:nvGrpSpPr>
              <p:cNvPr id="125" name="Group 125"/>
              <p:cNvGrpSpPr/>
              <p:nvPr/>
            </p:nvGrpSpPr>
            <p:grpSpPr>
              <a:xfrm>
                <a:off x="5994858" y="-2558860"/>
                <a:ext cx="1688389" cy="492372"/>
                <a:chOff x="5334955" y="-1559181"/>
                <a:chExt cx="1688389" cy="492372"/>
              </a:xfrm>
            </p:grpSpPr>
            <p:sp>
              <p:nvSpPr>
                <p:cNvPr id="126" name="AutoShape 126"/>
                <p:cNvSpPr/>
                <p:nvPr/>
              </p:nvSpPr>
              <p:spPr>
                <a:xfrm>
                  <a:off x="5372371" y="-1559181"/>
                  <a:ext cx="1650973" cy="492372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sz="1200" b="1" dirty="0">
                      <a:solidFill>
                        <a:srgbClr val="2B2F36"/>
                      </a:solidFill>
                      <a:latin typeface="+mj-lt"/>
                      <a:ea typeface="Times New Roman"/>
                      <a:cs typeface="Times New Roman"/>
                      <a:sym typeface="Times New Roman"/>
                    </a:rPr>
                    <a:t>Preliminary Scene Configuration</a:t>
                  </a:r>
                  <a:endParaRPr lang="en-US" sz="1100" dirty="0">
                    <a:latin typeface="+mj-lt"/>
                  </a:endParaRPr>
                </a:p>
              </p:txBody>
            </p:sp>
            <p:grpSp>
              <p:nvGrpSpPr>
                <p:cNvPr id="127" name="Group 127"/>
                <p:cNvGrpSpPr/>
                <p:nvPr/>
              </p:nvGrpSpPr>
              <p:grpSpPr>
                <a:xfrm>
                  <a:off x="5334955" y="-1504618"/>
                  <a:ext cx="183799" cy="192218"/>
                  <a:chOff x="5334955" y="-1504618"/>
                  <a:chExt cx="183799" cy="192218"/>
                </a:xfrm>
              </p:grpSpPr>
              <p:sp>
                <p:nvSpPr>
                  <p:cNvPr id="128" name="AutoShape 128"/>
                  <p:cNvSpPr/>
                  <p:nvPr/>
                </p:nvSpPr>
                <p:spPr>
                  <a:xfrm>
                    <a:off x="5334955" y="-1490200"/>
                    <a:ext cx="177800" cy="177800"/>
                  </a:xfrm>
                  <a:prstGeom prst="ellipse">
                    <a:avLst/>
                  </a:prstGeom>
                  <a:solidFill>
                    <a:srgbClr val="000000">
                      <a:alpha val="100000"/>
                    </a:srgbClr>
                  </a:solidFill>
                  <a:ln w="25400">
                    <a:noFill/>
                    <a:prstDash val="solid"/>
                  </a:ln>
                </p:spPr>
                <p:txBody>
                  <a:bodyPr lIns="63500" tIns="63500" rIns="0" bIns="6350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sz="2628"/>
                  </a:p>
                </p:txBody>
              </p:sp>
              <p:sp>
                <p:nvSpPr>
                  <p:cNvPr id="129" name="AutoShape 129"/>
                  <p:cNvSpPr/>
                  <p:nvPr/>
                </p:nvSpPr>
                <p:spPr>
                  <a:xfrm>
                    <a:off x="5391754" y="-1504618"/>
                    <a:ext cx="127000" cy="190500"/>
                  </a:xfrm>
                  <a:prstGeom prst="rect">
                    <a:avLst/>
                  </a:prstGeom>
                  <a:noFill/>
                  <a:ln w="12700">
                    <a:noFill/>
                    <a:prstDash val="solid"/>
                  </a:ln>
                </p:spPr>
                <p:txBody>
                  <a:bodyPr lIns="0" tIns="0" rIns="0" bIns="0" rtlCol="0" anchor="ctr">
                    <a:noAutofit/>
                  </a:bodyPr>
                  <a:lstStyle/>
                  <a:p>
                    <a:pPr>
                      <a:lnSpc>
                        <a:spcPct val="125000"/>
                      </a:lnSpc>
                      <a:defRPr/>
                    </a:pPr>
                    <a:r>
                      <a:rPr lang="en-US" sz="100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1</a:t>
                    </a:r>
                    <a:endParaRPr lang="en-US" sz="1100" dirty="0"/>
                  </a:p>
                </p:txBody>
              </p:sp>
            </p:grpSp>
          </p:grpSp>
        </p:grpSp>
        <p:pic>
          <p:nvPicPr>
            <p:cNvPr id="255" name="Picture 77">
              <a:extLst>
                <a:ext uri="{FF2B5EF4-FFF2-40B4-BE49-F238E27FC236}">
                  <a16:creationId xmlns:a16="http://schemas.microsoft.com/office/drawing/2014/main" id="{5D902FE5-6C41-D33A-FD70-608D35E45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0710" y="5962525"/>
              <a:ext cx="298482" cy="298482"/>
            </a:xfrm>
            <a:prstGeom prst="rect">
              <a:avLst/>
            </a:prstGeom>
            <a:ln>
              <a:noFill/>
              <a:prstDash val="solid"/>
            </a:ln>
          </p:spPr>
        </p:pic>
        <p:pic>
          <p:nvPicPr>
            <p:cNvPr id="256" name="Picture 77">
              <a:extLst>
                <a:ext uri="{FF2B5EF4-FFF2-40B4-BE49-F238E27FC236}">
                  <a16:creationId xmlns:a16="http://schemas.microsoft.com/office/drawing/2014/main" id="{A24FE38B-F1FD-252C-5F59-BC8A183EA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5913" y="6760276"/>
              <a:ext cx="354316" cy="354316"/>
            </a:xfrm>
            <a:prstGeom prst="rect">
              <a:avLst/>
            </a:prstGeom>
            <a:ln>
              <a:noFill/>
              <a:prstDash val="solid"/>
            </a:ln>
          </p:spPr>
        </p:pic>
        <p:pic>
          <p:nvPicPr>
            <p:cNvPr id="261" name="图片 260">
              <a:extLst>
                <a:ext uri="{FF2B5EF4-FFF2-40B4-BE49-F238E27FC236}">
                  <a16:creationId xmlns:a16="http://schemas.microsoft.com/office/drawing/2014/main" id="{98927307-4CE3-79B0-CC0A-4911E5C54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69714" y="6736016"/>
              <a:ext cx="403474" cy="403474"/>
            </a:xfrm>
            <a:prstGeom prst="rect">
              <a:avLst/>
            </a:prstGeom>
          </p:spPr>
        </p:pic>
        <p:pic>
          <p:nvPicPr>
            <p:cNvPr id="287" name="图片 286">
              <a:extLst>
                <a:ext uri="{FF2B5EF4-FFF2-40B4-BE49-F238E27FC236}">
                  <a16:creationId xmlns:a16="http://schemas.microsoft.com/office/drawing/2014/main" id="{C415797D-6D62-94BD-3186-EE4BB909C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35270" y="6816561"/>
              <a:ext cx="252189" cy="252189"/>
            </a:xfrm>
            <a:prstGeom prst="rect">
              <a:avLst/>
            </a:prstGeom>
          </p:spPr>
        </p:pic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537BAA84-D8C4-2646-27B8-A044AF694DDF}"/>
              </a:ext>
            </a:extLst>
          </p:cNvPr>
          <p:cNvGrpSpPr/>
          <p:nvPr/>
        </p:nvGrpSpPr>
        <p:grpSpPr>
          <a:xfrm>
            <a:off x="8651398" y="-63976"/>
            <a:ext cx="3567171" cy="1389382"/>
            <a:chOff x="8657744" y="86872"/>
            <a:chExt cx="3567171" cy="1389382"/>
          </a:xfrm>
        </p:grpSpPr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70B5E678-91F7-ABDF-CC7A-467C5D8993B8}"/>
                </a:ext>
              </a:extLst>
            </p:cNvPr>
            <p:cNvCxnSpPr>
              <a:cxnSpLocks/>
            </p:cNvCxnSpPr>
            <p:nvPr/>
          </p:nvCxnSpPr>
          <p:spPr>
            <a:xfrm>
              <a:off x="8732278" y="1345949"/>
              <a:ext cx="295947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AutoShape 28"/>
            <p:cNvSpPr/>
            <p:nvPr/>
          </p:nvSpPr>
          <p:spPr>
            <a:xfrm>
              <a:off x="9444836" y="194608"/>
              <a:ext cx="2780079" cy="33568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91440" tIns="45720" rIns="91440" bIns="45720" rtlCol="0" anchor="t">
              <a:no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1F2329"/>
                  </a:solidFill>
                </a:rPr>
                <a:t>Model Abstraction 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(§ 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III-B</a:t>
              </a:r>
              <a:r>
                <a:rPr lang="en-US" altLang="zh-CN" sz="1800" dirty="0"/>
                <a:t>) </a:t>
              </a:r>
              <a:endParaRPr lang="en-US" sz="1800" dirty="0"/>
            </a:p>
          </p:txBody>
        </p:sp>
        <p:sp>
          <p:nvSpPr>
            <p:cNvPr id="149" name="AutoShape 5">
              <a:extLst>
                <a:ext uri="{FF2B5EF4-FFF2-40B4-BE49-F238E27FC236}">
                  <a16:creationId xmlns:a16="http://schemas.microsoft.com/office/drawing/2014/main" id="{4C17200F-E6B9-78FE-5420-329728B3645F}"/>
                </a:ext>
              </a:extLst>
            </p:cNvPr>
            <p:cNvSpPr/>
            <p:nvPr/>
          </p:nvSpPr>
          <p:spPr>
            <a:xfrm>
              <a:off x="9078585" y="194607"/>
              <a:ext cx="2993376" cy="1281647"/>
            </a:xfrm>
            <a:prstGeom prst="roundRect">
              <a:avLst>
                <a:gd name="adj" fmla="val 0"/>
              </a:avLst>
            </a:prstGeom>
            <a:noFill/>
            <a:ln w="28575" cap="flat">
              <a:solidFill>
                <a:srgbClr val="000000">
                  <a:alpha val="100000"/>
                </a:srgbClr>
              </a:solidFill>
              <a:prstDash val="dash"/>
            </a:ln>
          </p:spPr>
          <p:txBody>
            <a:bodyPr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A9DAB602-3725-7725-1414-1E156E487F31}"/>
                </a:ext>
              </a:extLst>
            </p:cNvPr>
            <p:cNvSpPr/>
            <p:nvPr/>
          </p:nvSpPr>
          <p:spPr>
            <a:xfrm>
              <a:off x="9147000" y="245063"/>
              <a:ext cx="292100" cy="2802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B</a:t>
              </a:r>
              <a:endParaRPr lang="zh-CN" altLang="en-US" sz="16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4159B0E1-1977-D9CE-93FE-C38C17D6ACC9}"/>
                </a:ext>
              </a:extLst>
            </p:cNvPr>
            <p:cNvSpPr txBox="1"/>
            <p:nvPr/>
          </p:nvSpPr>
          <p:spPr>
            <a:xfrm>
              <a:off x="9289481" y="1065589"/>
              <a:ext cx="127940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HK" altLang="zh-CN" sz="1000" dirty="0"/>
                <a:t>E</a:t>
              </a:r>
              <a:r>
                <a:rPr lang="zh-CN" altLang="en-US" sz="1000" dirty="0"/>
                <a:t>xtract</a:t>
              </a:r>
              <a:r>
                <a:rPr lang="en-US" altLang="zh-CN" sz="1000" dirty="0"/>
                <a:t> </a:t>
              </a:r>
            </a:p>
            <a:p>
              <a:pPr algn="ctr"/>
              <a:r>
                <a:rPr lang="en-US" altLang="zh-CN" sz="1000" dirty="0"/>
                <a:t>abstraction</a:t>
              </a:r>
              <a:r>
                <a:rPr lang="zh-CN" altLang="en-US" sz="1000" dirty="0"/>
                <a:t> </a:t>
              </a:r>
              <a:r>
                <a:rPr lang="en-US" altLang="zh-CN" sz="1000" dirty="0"/>
                <a:t>models</a:t>
              </a:r>
              <a:endParaRPr lang="zh-CN" altLang="en-US" sz="1000" dirty="0"/>
            </a:p>
          </p:txBody>
        </p:sp>
        <p:sp>
          <p:nvSpPr>
            <p:cNvPr id="316" name="文本框 315">
              <a:extLst>
                <a:ext uri="{FF2B5EF4-FFF2-40B4-BE49-F238E27FC236}">
                  <a16:creationId xmlns:a16="http://schemas.microsoft.com/office/drawing/2014/main" id="{7C588A01-606F-E5B1-881A-60DD1905C772}"/>
                </a:ext>
              </a:extLst>
            </p:cNvPr>
            <p:cNvSpPr txBox="1"/>
            <p:nvPr/>
          </p:nvSpPr>
          <p:spPr>
            <a:xfrm>
              <a:off x="8657744" y="86872"/>
              <a:ext cx="449482" cy="1331927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altLang="zh-CN" sz="1050" dirty="0"/>
                <a:t> Heuristic rules &amp; experiences</a:t>
              </a:r>
              <a:endParaRPr lang="zh-CN" altLang="en-US" sz="1050" dirty="0"/>
            </a:p>
          </p:txBody>
        </p:sp>
        <p:grpSp>
          <p:nvGrpSpPr>
            <p:cNvPr id="351" name="组合 350">
              <a:extLst>
                <a:ext uri="{FF2B5EF4-FFF2-40B4-BE49-F238E27FC236}">
                  <a16:creationId xmlns:a16="http://schemas.microsoft.com/office/drawing/2014/main" id="{D1250DBB-7364-B7A4-3B8C-472129E9E7EA}"/>
                </a:ext>
              </a:extLst>
            </p:cNvPr>
            <p:cNvGrpSpPr/>
            <p:nvPr/>
          </p:nvGrpSpPr>
          <p:grpSpPr>
            <a:xfrm>
              <a:off x="9231107" y="577516"/>
              <a:ext cx="1349048" cy="420489"/>
              <a:chOff x="-1530304" y="3824128"/>
              <a:chExt cx="1349048" cy="420489"/>
            </a:xfrm>
          </p:grpSpPr>
          <p:grpSp>
            <p:nvGrpSpPr>
              <p:cNvPr id="330" name="Group 10">
                <a:extLst>
                  <a:ext uri="{FF2B5EF4-FFF2-40B4-BE49-F238E27FC236}">
                    <a16:creationId xmlns:a16="http://schemas.microsoft.com/office/drawing/2014/main" id="{FA8C27A0-140D-951D-BFE6-4A09D5AB8B34}"/>
                  </a:ext>
                </a:extLst>
              </p:cNvPr>
              <p:cNvGrpSpPr/>
              <p:nvPr/>
            </p:nvGrpSpPr>
            <p:grpSpPr>
              <a:xfrm>
                <a:off x="-1525266" y="3824128"/>
                <a:ext cx="1344010" cy="420489"/>
                <a:chOff x="640815" y="1713920"/>
                <a:chExt cx="1344010" cy="350885"/>
              </a:xfrm>
            </p:grpSpPr>
            <p:sp>
              <p:nvSpPr>
                <p:cNvPr id="336" name="AutoShape 11">
                  <a:extLst>
                    <a:ext uri="{FF2B5EF4-FFF2-40B4-BE49-F238E27FC236}">
                      <a16:creationId xmlns:a16="http://schemas.microsoft.com/office/drawing/2014/main" id="{C1ADA4B2-BAA1-668A-C8A6-90180263756F}"/>
                    </a:ext>
                  </a:extLst>
                </p:cNvPr>
                <p:cNvSpPr/>
                <p:nvPr/>
              </p:nvSpPr>
              <p:spPr>
                <a:xfrm>
                  <a:off x="640815" y="1713920"/>
                  <a:ext cx="1279408" cy="321922"/>
                </a:xfrm>
                <a:prstGeom prst="roundRect">
                  <a:avLst>
                    <a:gd name="adj" fmla="val 6803"/>
                  </a:avLst>
                </a:prstGeom>
                <a:noFill/>
                <a:ln w="25400" cap="flat">
                  <a:solidFill>
                    <a:srgbClr val="262626">
                      <a:alpha val="100000"/>
                    </a:srgbClr>
                  </a:solidFill>
                  <a:prstDash val="solid"/>
                </a:ln>
              </p:spPr>
              <p:txBody>
                <a:bodyPr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sp>
              <p:nvSpPr>
                <p:cNvPr id="339" name="AutoShape 13">
                  <a:extLst>
                    <a:ext uri="{FF2B5EF4-FFF2-40B4-BE49-F238E27FC236}">
                      <a16:creationId xmlns:a16="http://schemas.microsoft.com/office/drawing/2014/main" id="{5DB347BD-2EF7-35DC-6728-93A38ABD9EF0}"/>
                    </a:ext>
                  </a:extLst>
                </p:cNvPr>
                <p:cNvSpPr/>
                <p:nvPr/>
              </p:nvSpPr>
              <p:spPr>
                <a:xfrm>
                  <a:off x="821988" y="1715168"/>
                  <a:ext cx="1162837" cy="349637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altLang="zh-CN" sz="1000" dirty="0"/>
                    <a:t>Heuristic rules &amp; experiences</a:t>
                  </a:r>
                </a:p>
              </p:txBody>
            </p:sp>
          </p:grpSp>
          <p:pic>
            <p:nvPicPr>
              <p:cNvPr id="341" name="图片 340">
                <a:extLst>
                  <a:ext uri="{FF2B5EF4-FFF2-40B4-BE49-F238E27FC236}">
                    <a16:creationId xmlns:a16="http://schemas.microsoft.com/office/drawing/2014/main" id="{D6F97993-A511-77EC-1D7A-C9DB713A5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530304" y="3861466"/>
                <a:ext cx="339389" cy="329635"/>
              </a:xfrm>
              <a:prstGeom prst="rect">
                <a:avLst/>
              </a:prstGeom>
            </p:spPr>
          </p:pic>
        </p:grpSp>
        <p:pic>
          <p:nvPicPr>
            <p:cNvPr id="347" name="图片 346">
              <a:extLst>
                <a:ext uri="{FF2B5EF4-FFF2-40B4-BE49-F238E27FC236}">
                  <a16:creationId xmlns:a16="http://schemas.microsoft.com/office/drawing/2014/main" id="{A1FDB3E9-60AD-DA41-4037-9EA59DFD2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414596" y="993485"/>
              <a:ext cx="258127" cy="283676"/>
            </a:xfrm>
            <a:prstGeom prst="rect">
              <a:avLst/>
            </a:prstGeom>
          </p:spPr>
        </p:pic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B6E2D281-7F73-24A0-858A-B8ED6E05BF2A}"/>
                </a:ext>
              </a:extLst>
            </p:cNvPr>
            <p:cNvGrpSpPr/>
            <p:nvPr/>
          </p:nvGrpSpPr>
          <p:grpSpPr>
            <a:xfrm>
              <a:off x="10590362" y="965851"/>
              <a:ext cx="1481598" cy="455958"/>
              <a:chOff x="282952" y="5416480"/>
              <a:chExt cx="1481598" cy="455958"/>
            </a:xfrm>
          </p:grpSpPr>
          <p:sp>
            <p:nvSpPr>
              <p:cNvPr id="324" name="AutoShape 11">
                <a:extLst>
                  <a:ext uri="{FF2B5EF4-FFF2-40B4-BE49-F238E27FC236}">
                    <a16:creationId xmlns:a16="http://schemas.microsoft.com/office/drawing/2014/main" id="{2ACCF0E8-63A5-6DEA-8379-457D21609518}"/>
                  </a:ext>
                </a:extLst>
              </p:cNvPr>
              <p:cNvSpPr/>
              <p:nvPr/>
            </p:nvSpPr>
            <p:spPr>
              <a:xfrm>
                <a:off x="282952" y="5416480"/>
                <a:ext cx="1427862" cy="435256"/>
              </a:xfrm>
              <a:prstGeom prst="roundRect">
                <a:avLst>
                  <a:gd name="adj" fmla="val 6803"/>
                </a:avLst>
              </a:prstGeom>
              <a:noFill/>
              <a:ln w="25400" cap="flat">
                <a:solidFill>
                  <a:srgbClr val="262626">
                    <a:alpha val="100000"/>
                  </a:srgbClr>
                </a:solidFill>
                <a:prstDash val="solid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2628" dirty="0"/>
              </a:p>
            </p:txBody>
          </p:sp>
          <p:pic>
            <p:nvPicPr>
              <p:cNvPr id="359" name="Picture 117">
                <a:extLst>
                  <a:ext uri="{FF2B5EF4-FFF2-40B4-BE49-F238E27FC236}">
                    <a16:creationId xmlns:a16="http://schemas.microsoft.com/office/drawing/2014/main" id="{32655E39-BAFB-BFB7-53A2-A67DDF9B1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734" y="5506806"/>
                <a:ext cx="269557" cy="254603"/>
              </a:xfrm>
              <a:prstGeom prst="roundRect">
                <a:avLst>
                  <a:gd name="adj" fmla="val 10768"/>
                </a:avLst>
              </a:prstGeom>
              <a:ln>
                <a:noFill/>
                <a:prstDash val="solid"/>
              </a:ln>
            </p:spPr>
          </p:pic>
          <p:pic>
            <p:nvPicPr>
              <p:cNvPr id="358" name="图片 357">
                <a:extLst>
                  <a:ext uri="{FF2B5EF4-FFF2-40B4-BE49-F238E27FC236}">
                    <a16:creationId xmlns:a16="http://schemas.microsoft.com/office/drawing/2014/main" id="{DC4FECEF-7834-C100-0571-54F2A3CCB8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6885" y="5617915"/>
                <a:ext cx="206321" cy="206321"/>
              </a:xfrm>
              <a:prstGeom prst="rect">
                <a:avLst/>
              </a:prstGeom>
            </p:spPr>
          </p:pic>
          <p:sp>
            <p:nvSpPr>
              <p:cNvPr id="360" name="AutoShape 13">
                <a:extLst>
                  <a:ext uri="{FF2B5EF4-FFF2-40B4-BE49-F238E27FC236}">
                    <a16:creationId xmlns:a16="http://schemas.microsoft.com/office/drawing/2014/main" id="{4BCE577D-07B0-3E2F-E65D-EE465040BEE8}"/>
                  </a:ext>
                </a:extLst>
              </p:cNvPr>
              <p:cNvSpPr/>
              <p:nvPr/>
            </p:nvSpPr>
            <p:spPr>
              <a:xfrm>
                <a:off x="609265" y="5507473"/>
                <a:ext cx="1155285" cy="36496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r>
                  <a:rPr lang="en-US" altLang="zh-CN" sz="1000" dirty="0"/>
                  <a:t>Abstract Models</a:t>
                </a:r>
              </a:p>
            </p:txBody>
          </p:sp>
        </p:grp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CA70AE5-93C4-41A4-77FC-76B69E81556C}"/>
              </a:ext>
            </a:extLst>
          </p:cNvPr>
          <p:cNvGrpSpPr/>
          <p:nvPr/>
        </p:nvGrpSpPr>
        <p:grpSpPr>
          <a:xfrm>
            <a:off x="59833" y="1446482"/>
            <a:ext cx="4394430" cy="2631809"/>
            <a:chOff x="59759" y="1978124"/>
            <a:chExt cx="4394430" cy="2631809"/>
          </a:xfrm>
        </p:grpSpPr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FCEAB8FA-384C-01C6-DA37-22F334FEC854}"/>
                </a:ext>
              </a:extLst>
            </p:cNvPr>
            <p:cNvGrpSpPr/>
            <p:nvPr/>
          </p:nvGrpSpPr>
          <p:grpSpPr>
            <a:xfrm>
              <a:off x="59759" y="4117159"/>
              <a:ext cx="3919963" cy="492774"/>
              <a:chOff x="3477260" y="5799413"/>
              <a:chExt cx="3919963" cy="492774"/>
            </a:xfrm>
          </p:grpSpPr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29BDEF6C-D2FC-5CE2-C8EB-3E23FBCD6501}"/>
                  </a:ext>
                </a:extLst>
              </p:cNvPr>
              <p:cNvSpPr/>
              <p:nvPr/>
            </p:nvSpPr>
            <p:spPr>
              <a:xfrm>
                <a:off x="3477260" y="5858031"/>
                <a:ext cx="3919963" cy="434156"/>
              </a:xfrm>
              <a:prstGeom prst="rect">
                <a:avLst/>
              </a:prstGeom>
              <a:solidFill>
                <a:srgbClr val="FAD355">
                  <a:alpha val="70000"/>
                </a:srgb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914335">
                  <a:buClrTx/>
                  <a:defRPr/>
                </a:pPr>
                <a:endParaRPr lang="zh-CN" altLang="en-US" sz="1050" kern="1200" dirty="0">
                  <a:solidFill>
                    <a:prstClr val="white"/>
                  </a:solidFill>
                  <a:latin typeface="+mj-lt"/>
                  <a:ea typeface="微软雅黑"/>
                  <a:cs typeface="+mn-cs"/>
                </a:endParaRPr>
              </a:p>
            </p:txBody>
          </p:sp>
          <p:sp>
            <p:nvSpPr>
              <p:cNvPr id="198" name="矩形: 圆角 197">
                <a:extLst>
                  <a:ext uri="{FF2B5EF4-FFF2-40B4-BE49-F238E27FC236}">
                    <a16:creationId xmlns:a16="http://schemas.microsoft.com/office/drawing/2014/main" id="{7AFABE55-DEE2-D93E-8044-989F95F7C163}"/>
                  </a:ext>
                </a:extLst>
              </p:cNvPr>
              <p:cNvSpPr/>
              <p:nvPr/>
            </p:nvSpPr>
            <p:spPr>
              <a:xfrm>
                <a:off x="3690999" y="6000267"/>
                <a:ext cx="933309" cy="180000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35">
                  <a:buClrTx/>
                  <a:defRPr/>
                </a:pPr>
                <a:r>
                  <a:rPr lang="en-US" altLang="zh-CN" sz="1050" kern="1200" dirty="0">
                    <a:solidFill>
                      <a:prstClr val="black"/>
                    </a:solidFill>
                    <a:latin typeface="+mj-lt"/>
                    <a:ea typeface="微软雅黑"/>
                    <a:cs typeface="Times New Roman" panose="02020603050405020304" pitchFamily="18" charset="0"/>
                  </a:rPr>
                  <a:t>XR Box</a:t>
                </a:r>
                <a:endParaRPr lang="zh-CN" altLang="en-US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矩形: 圆角 198">
                <a:extLst>
                  <a:ext uri="{FF2B5EF4-FFF2-40B4-BE49-F238E27FC236}">
                    <a16:creationId xmlns:a16="http://schemas.microsoft.com/office/drawing/2014/main" id="{FC835F6A-DDAA-D426-3704-EB4C8EA11EDF}"/>
                  </a:ext>
                </a:extLst>
              </p:cNvPr>
              <p:cNvSpPr/>
              <p:nvPr/>
            </p:nvSpPr>
            <p:spPr>
              <a:xfrm>
                <a:off x="4966386" y="6018340"/>
                <a:ext cx="984317" cy="180000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35">
                  <a:buClrTx/>
                  <a:defRPr/>
                </a:pPr>
                <a:r>
                  <a:rPr lang="en-US" altLang="zh-CN" sz="1050" kern="1200" dirty="0">
                    <a:solidFill>
                      <a:prstClr val="black"/>
                    </a:solidFill>
                    <a:latin typeface="+mj-lt"/>
                    <a:ea typeface="微软雅黑"/>
                    <a:cs typeface="Times New Roman" panose="02020603050405020304" pitchFamily="18" charset="0"/>
                  </a:rPr>
                  <a:t>XR Joystick</a:t>
                </a:r>
                <a:endParaRPr lang="zh-CN" altLang="en-US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矩形: 圆角 199">
                <a:extLst>
                  <a:ext uri="{FF2B5EF4-FFF2-40B4-BE49-F238E27FC236}">
                    <a16:creationId xmlns:a16="http://schemas.microsoft.com/office/drawing/2014/main" id="{DB3E548D-B889-4D48-3E37-707CEBC028B4}"/>
                  </a:ext>
                </a:extLst>
              </p:cNvPr>
              <p:cNvSpPr/>
              <p:nvPr/>
            </p:nvSpPr>
            <p:spPr>
              <a:xfrm>
                <a:off x="6204773" y="6034652"/>
                <a:ext cx="976238" cy="180000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35">
                  <a:buClrTx/>
                  <a:defRPr/>
                </a:pPr>
                <a:r>
                  <a:rPr lang="en-US" altLang="zh-CN" sz="1050" kern="1200" dirty="0">
                    <a:solidFill>
                      <a:prstClr val="black"/>
                    </a:solidFill>
                    <a:latin typeface="+mj-lt"/>
                    <a:ea typeface="微软雅黑"/>
                    <a:cs typeface="Times New Roman" panose="02020603050405020304" pitchFamily="18" charset="0"/>
                  </a:rPr>
                  <a:t>XR Button</a:t>
                </a:r>
                <a:endParaRPr lang="zh-CN" altLang="en-US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8E942CA2-68BB-A4D2-F69A-81D10326AF21}"/>
                  </a:ext>
                </a:extLst>
              </p:cNvPr>
              <p:cNvSpPr txBox="1"/>
              <p:nvPr/>
            </p:nvSpPr>
            <p:spPr>
              <a:xfrm>
                <a:off x="4215414" y="5799413"/>
                <a:ext cx="955608" cy="256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335">
                  <a:buClrTx/>
                  <a:defRPr/>
                </a:pPr>
                <a:r>
                  <a:rPr lang="en-US" altLang="zh-CN" sz="1050" kern="1200" dirty="0">
                    <a:solidFill>
                      <a:prstClr val="black"/>
                    </a:solidFill>
                    <a:latin typeface="+mj-lt"/>
                    <a:ea typeface="微软雅黑"/>
                    <a:cs typeface="Times New Roman" panose="02020603050405020304" pitchFamily="18" charset="0"/>
                  </a:rPr>
                  <a:t>Implement</a:t>
                </a:r>
                <a:endParaRPr lang="zh-CN" altLang="en-US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16F8DAFE-B37A-9227-8732-DAA4B944E990}"/>
                </a:ext>
              </a:extLst>
            </p:cNvPr>
            <p:cNvSpPr/>
            <p:nvPr/>
          </p:nvSpPr>
          <p:spPr>
            <a:xfrm>
              <a:off x="4162089" y="2024017"/>
              <a:ext cx="292100" cy="2802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D</a:t>
              </a:r>
              <a:endParaRPr lang="zh-CN" altLang="en-US" sz="1600" dirty="0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A9B3E56-F89E-5FC2-5704-1D047D5142BC}"/>
                </a:ext>
              </a:extLst>
            </p:cNvPr>
            <p:cNvSpPr/>
            <p:nvPr/>
          </p:nvSpPr>
          <p:spPr>
            <a:xfrm>
              <a:off x="210774" y="3379244"/>
              <a:ext cx="3607896" cy="648000"/>
            </a:xfrm>
            <a:prstGeom prst="rect">
              <a:avLst/>
            </a:prstGeom>
            <a:solidFill>
              <a:srgbClr val="EE822F">
                <a:alpha val="4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endParaRPr lang="zh-CN" altLang="en-US" sz="1050" kern="1200" dirty="0">
                <a:solidFill>
                  <a:prstClr val="white"/>
                </a:solidFill>
                <a:latin typeface="+mj-lt"/>
                <a:ea typeface="微软雅黑"/>
                <a:cs typeface="+mn-cs"/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B6CE7424-8DC1-8043-B337-213D2FF10549}"/>
                </a:ext>
              </a:extLst>
            </p:cNvPr>
            <p:cNvSpPr/>
            <p:nvPr/>
          </p:nvSpPr>
          <p:spPr>
            <a:xfrm>
              <a:off x="210372" y="2761173"/>
              <a:ext cx="3607896" cy="576000"/>
            </a:xfrm>
            <a:prstGeom prst="rect">
              <a:avLst/>
            </a:prstGeom>
            <a:solidFill>
              <a:srgbClr val="6A8ED5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endParaRPr lang="zh-CN" altLang="en-US" sz="1050" kern="1200" dirty="0">
                <a:solidFill>
                  <a:prstClr val="white"/>
                </a:solidFill>
                <a:latin typeface="+mj-lt"/>
                <a:ea typeface="微软雅黑"/>
                <a:cs typeface="+mn-cs"/>
              </a:endParaRPr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952D6875-5D8B-0F88-09CB-FDA86F46E2D6}"/>
                </a:ext>
              </a:extLst>
            </p:cNvPr>
            <p:cNvSpPr/>
            <p:nvPr/>
          </p:nvSpPr>
          <p:spPr>
            <a:xfrm>
              <a:off x="1475879" y="2787329"/>
              <a:ext cx="1016853" cy="180000"/>
            </a:xfrm>
            <a:prstGeom prst="roundRect">
              <a:avLst/>
            </a:prstGeom>
            <a:gradFill>
              <a:gsLst>
                <a:gs pos="0">
                  <a:srgbClr val="4874CB">
                    <a:lumOff val="17500"/>
                  </a:srgbClr>
                </a:gs>
                <a:gs pos="100000">
                  <a:srgbClr val="4874CB"/>
                </a:gs>
              </a:gsLst>
              <a:lin ang="2700000" scaled="0"/>
            </a:gra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4874CB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Base Action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DBFA2BFE-E434-5CD7-0ECA-BA17613AA200}"/>
                </a:ext>
              </a:extLst>
            </p:cNvPr>
            <p:cNvSpPr/>
            <p:nvPr/>
          </p:nvSpPr>
          <p:spPr>
            <a:xfrm>
              <a:off x="793611" y="3117393"/>
              <a:ext cx="1016853" cy="180000"/>
            </a:xfrm>
            <a:prstGeom prst="roundRect">
              <a:avLst/>
            </a:prstGeom>
            <a:gradFill>
              <a:gsLst>
                <a:gs pos="0">
                  <a:srgbClr val="4874CB">
                    <a:lumOff val="17500"/>
                  </a:srgbClr>
                </a:gs>
                <a:gs pos="100000">
                  <a:srgbClr val="4874CB"/>
                </a:gs>
              </a:gsLst>
              <a:lin ang="2700000" scaled="0"/>
            </a:gra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4874CB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Grab Action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6699670C-5A30-90E7-AD92-F463FA240989}"/>
                </a:ext>
              </a:extLst>
            </p:cNvPr>
            <p:cNvSpPr/>
            <p:nvPr/>
          </p:nvSpPr>
          <p:spPr>
            <a:xfrm>
              <a:off x="2139941" y="3118570"/>
              <a:ext cx="1155013" cy="180000"/>
            </a:xfrm>
            <a:prstGeom prst="roundRect">
              <a:avLst/>
            </a:prstGeom>
            <a:gradFill>
              <a:gsLst>
                <a:gs pos="0">
                  <a:srgbClr val="4874CB">
                    <a:lumOff val="17500"/>
                  </a:srgbClr>
                </a:gs>
                <a:gs pos="100000">
                  <a:srgbClr val="4874CB"/>
                </a:gs>
              </a:gsLst>
              <a:lin ang="2700000" scaled="0"/>
            </a:gra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4874CB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Trigger Action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3BB0CF74-328E-E94D-EB10-8498CCA95E90}"/>
                </a:ext>
              </a:extLst>
            </p:cNvPr>
            <p:cNvSpPr txBox="1"/>
            <p:nvPr/>
          </p:nvSpPr>
          <p:spPr>
            <a:xfrm>
              <a:off x="1301598" y="2919114"/>
              <a:ext cx="573466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Inherit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cxnSp>
          <p:nvCxnSpPr>
            <p:cNvPr id="190" name="连接符: 曲线 189">
              <a:extLst>
                <a:ext uri="{FF2B5EF4-FFF2-40B4-BE49-F238E27FC236}">
                  <a16:creationId xmlns:a16="http://schemas.microsoft.com/office/drawing/2014/main" id="{63F61584-454A-5D63-0B16-589ACED6A258}"/>
                </a:ext>
              </a:extLst>
            </p:cNvPr>
            <p:cNvCxnSpPr>
              <a:cxnSpLocks/>
              <a:stCxn id="187" idx="0"/>
              <a:endCxn id="186" idx="1"/>
            </p:cNvCxnSpPr>
            <p:nvPr/>
          </p:nvCxnSpPr>
          <p:spPr>
            <a:xfrm rot="5400000" flipH="1" flipV="1">
              <a:off x="1268923" y="2910444"/>
              <a:ext cx="240064" cy="173841"/>
            </a:xfrm>
            <a:prstGeom prst="curved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1" name="连接符: 曲线 190">
              <a:extLst>
                <a:ext uri="{FF2B5EF4-FFF2-40B4-BE49-F238E27FC236}">
                  <a16:creationId xmlns:a16="http://schemas.microsoft.com/office/drawing/2014/main" id="{D0DD4E76-05D9-1CC3-43DD-9DC3E19F6319}"/>
                </a:ext>
              </a:extLst>
            </p:cNvPr>
            <p:cNvCxnSpPr>
              <a:cxnSpLocks/>
              <a:stCxn id="188" idx="0"/>
              <a:endCxn id="186" idx="3"/>
            </p:cNvCxnSpPr>
            <p:nvPr/>
          </p:nvCxnSpPr>
          <p:spPr>
            <a:xfrm rot="16200000" flipV="1">
              <a:off x="2484470" y="2885592"/>
              <a:ext cx="241241" cy="224716"/>
            </a:xfrm>
            <a:prstGeom prst="curved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B7BB51EE-A68C-13DC-5B90-C5E212D8472D}"/>
                </a:ext>
              </a:extLst>
            </p:cNvPr>
            <p:cNvSpPr/>
            <p:nvPr/>
          </p:nvSpPr>
          <p:spPr>
            <a:xfrm>
              <a:off x="1468220" y="3424242"/>
              <a:ext cx="1016853" cy="180000"/>
            </a:xfrm>
            <a:prstGeom prst="roundRect">
              <a:avLst/>
            </a:prstGeom>
            <a:gradFill>
              <a:gsLst>
                <a:gs pos="0">
                  <a:srgbClr val="EE822F">
                    <a:lumOff val="17500"/>
                  </a:srgbClr>
                </a:gs>
                <a:gs pos="100000">
                  <a:srgbClr val="EE822F"/>
                </a:gs>
              </a:gsLst>
              <a:lin ang="2700000" scaled="0"/>
            </a:gradFill>
            <a:ln w="12700" cap="flat" cmpd="sng" algn="ctr">
              <a:solidFill>
                <a:srgbClr val="EE822F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EE822F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Base Entity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F5E5DF41-85F5-4ED4-F646-F8FAFE89C792}"/>
                </a:ext>
              </a:extLst>
            </p:cNvPr>
            <p:cNvSpPr/>
            <p:nvPr/>
          </p:nvSpPr>
          <p:spPr>
            <a:xfrm>
              <a:off x="533392" y="3796010"/>
              <a:ext cx="1290461" cy="180000"/>
            </a:xfrm>
            <a:prstGeom prst="roundRect">
              <a:avLst/>
            </a:prstGeom>
            <a:gradFill>
              <a:gsLst>
                <a:gs pos="0">
                  <a:srgbClr val="EE822F">
                    <a:lumOff val="17500"/>
                  </a:srgbClr>
                </a:gs>
                <a:gs pos="100000">
                  <a:srgbClr val="EE822F"/>
                </a:gs>
              </a:gsLst>
              <a:lin ang="2700000" scaled="0"/>
            </a:gradFill>
            <a:ln w="12700" cap="flat" cmpd="sng" algn="ctr">
              <a:solidFill>
                <a:srgbClr val="EE822F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EE822F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Grabbable Entity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ED2DE75C-2E52-5D63-2AAE-567535DCFE88}"/>
                </a:ext>
              </a:extLst>
            </p:cNvPr>
            <p:cNvSpPr/>
            <p:nvPr/>
          </p:nvSpPr>
          <p:spPr>
            <a:xfrm>
              <a:off x="2123008" y="3796010"/>
              <a:ext cx="1375593" cy="180000"/>
            </a:xfrm>
            <a:prstGeom prst="roundRect">
              <a:avLst/>
            </a:prstGeom>
            <a:gradFill>
              <a:gsLst>
                <a:gs pos="0">
                  <a:srgbClr val="EE822F">
                    <a:lumOff val="17500"/>
                  </a:srgbClr>
                </a:gs>
                <a:gs pos="100000">
                  <a:srgbClr val="EE822F"/>
                </a:gs>
              </a:gsLst>
              <a:lin ang="2700000" scaled="0"/>
            </a:gradFill>
            <a:ln w="12700" cap="flat" cmpd="sng" algn="ctr">
              <a:solidFill>
                <a:srgbClr val="EE822F"/>
              </a:solidFill>
              <a:prstDash val="solid"/>
              <a:miter lim="800000"/>
            </a:ln>
            <a:effectLst>
              <a:outerShdw blurRad="101600" dist="50800" dir="5400000" algn="ctr" rotWithShape="0">
                <a:srgbClr val="EE822F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algn="ctr"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Triggerable Entity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EADEA7D4-962A-8218-A71C-A658A03EB4B1}"/>
                </a:ext>
              </a:extLst>
            </p:cNvPr>
            <p:cNvSpPr txBox="1"/>
            <p:nvPr/>
          </p:nvSpPr>
          <p:spPr>
            <a:xfrm>
              <a:off x="1223813" y="3575319"/>
              <a:ext cx="573466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Inherit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cxnSp>
          <p:nvCxnSpPr>
            <p:cNvPr id="196" name="连接符: 曲线 195">
              <a:extLst>
                <a:ext uri="{FF2B5EF4-FFF2-40B4-BE49-F238E27FC236}">
                  <a16:creationId xmlns:a16="http://schemas.microsoft.com/office/drawing/2014/main" id="{97F6C8EA-CD22-1811-4A2B-8DD19A89FC1D}"/>
                </a:ext>
              </a:extLst>
            </p:cNvPr>
            <p:cNvCxnSpPr>
              <a:cxnSpLocks/>
              <a:stCxn id="193" idx="0"/>
              <a:endCxn id="192" idx="1"/>
            </p:cNvCxnSpPr>
            <p:nvPr/>
          </p:nvCxnSpPr>
          <p:spPr>
            <a:xfrm rot="5400000" flipH="1" flipV="1">
              <a:off x="1182534" y="3510331"/>
              <a:ext cx="281768" cy="289597"/>
            </a:xfrm>
            <a:prstGeom prst="curved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7" name="连接符: 曲线 196">
              <a:extLst>
                <a:ext uri="{FF2B5EF4-FFF2-40B4-BE49-F238E27FC236}">
                  <a16:creationId xmlns:a16="http://schemas.microsoft.com/office/drawing/2014/main" id="{96223471-2FF8-6C11-D1A1-9B4597A71356}"/>
                </a:ext>
              </a:extLst>
            </p:cNvPr>
            <p:cNvCxnSpPr>
              <a:cxnSpLocks/>
              <a:stCxn id="194" idx="0"/>
              <a:endCxn id="192" idx="3"/>
            </p:cNvCxnSpPr>
            <p:nvPr/>
          </p:nvCxnSpPr>
          <p:spPr>
            <a:xfrm rot="16200000" flipV="1">
              <a:off x="2507052" y="3492260"/>
              <a:ext cx="281768" cy="325732"/>
            </a:xfrm>
            <a:prstGeom prst="curvedConnector2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05" name="连接符: 曲线 204">
              <a:extLst>
                <a:ext uri="{FF2B5EF4-FFF2-40B4-BE49-F238E27FC236}">
                  <a16:creationId xmlns:a16="http://schemas.microsoft.com/office/drawing/2014/main" id="{3A11CA9D-C8E0-A8D1-1B22-F1D7AC5CC81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41464" y="3209990"/>
              <a:ext cx="260219" cy="720000"/>
            </a:xfrm>
            <a:prstGeom prst="curvedConnector3">
              <a:avLst>
                <a:gd name="adj1" fmla="val 187849"/>
              </a:avLst>
            </a:prstGeom>
            <a:noFill/>
            <a:ln w="50800" cap="flat" cmpd="sng" algn="ctr">
              <a:solidFill>
                <a:srgbClr val="4874CB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06" name="连接符: 曲线 205">
              <a:extLst>
                <a:ext uri="{FF2B5EF4-FFF2-40B4-BE49-F238E27FC236}">
                  <a16:creationId xmlns:a16="http://schemas.microsoft.com/office/drawing/2014/main" id="{D93F31B8-FC78-41A4-519D-2BE801C1E82F}"/>
                </a:ext>
              </a:extLst>
            </p:cNvPr>
            <p:cNvCxnSpPr>
              <a:cxnSpLocks/>
              <a:stCxn id="188" idx="3"/>
              <a:endCxn id="194" idx="3"/>
            </p:cNvCxnSpPr>
            <p:nvPr/>
          </p:nvCxnSpPr>
          <p:spPr>
            <a:xfrm>
              <a:off x="3294954" y="3208570"/>
              <a:ext cx="203647" cy="677440"/>
            </a:xfrm>
            <a:prstGeom prst="curvedConnector3">
              <a:avLst>
                <a:gd name="adj1" fmla="val 212253"/>
              </a:avLst>
            </a:prstGeom>
            <a:noFill/>
            <a:ln w="50800" cap="flat" cmpd="sng" algn="ctr">
              <a:solidFill>
                <a:srgbClr val="4874CB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FC7F1986-8F04-8A47-7357-B383FD56FCC9}"/>
                </a:ext>
              </a:extLst>
            </p:cNvPr>
            <p:cNvSpPr txBox="1"/>
            <p:nvPr/>
          </p:nvSpPr>
          <p:spPr>
            <a:xfrm>
              <a:off x="352036" y="3370876"/>
              <a:ext cx="693736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Grab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AA0AD51C-76DD-925C-089F-70C52EA072F8}"/>
                </a:ext>
              </a:extLst>
            </p:cNvPr>
            <p:cNvSpPr txBox="1"/>
            <p:nvPr/>
          </p:nvSpPr>
          <p:spPr>
            <a:xfrm>
              <a:off x="3095495" y="3364294"/>
              <a:ext cx="690374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Trigger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24C2AB6-CC94-C65B-7B67-F3B45A9A8CDE}"/>
                </a:ext>
              </a:extLst>
            </p:cNvPr>
            <p:cNvGrpSpPr/>
            <p:nvPr/>
          </p:nvGrpSpPr>
          <p:grpSpPr>
            <a:xfrm>
              <a:off x="61221" y="1978124"/>
              <a:ext cx="3894239" cy="2106000"/>
              <a:chOff x="3488650" y="3452123"/>
              <a:chExt cx="3894239" cy="2106000"/>
            </a:xfrm>
          </p:grpSpPr>
          <p:sp>
            <p:nvSpPr>
              <p:cNvPr id="4" name="AutoShape 5">
                <a:extLst>
                  <a:ext uri="{FF2B5EF4-FFF2-40B4-BE49-F238E27FC236}">
                    <a16:creationId xmlns:a16="http://schemas.microsoft.com/office/drawing/2014/main" id="{78532F2D-405A-CC8F-32A6-F02D41D381DF}"/>
                  </a:ext>
                </a:extLst>
              </p:cNvPr>
              <p:cNvSpPr/>
              <p:nvPr/>
            </p:nvSpPr>
            <p:spPr>
              <a:xfrm>
                <a:off x="3488650" y="3452123"/>
                <a:ext cx="3894239" cy="2106000"/>
              </a:xfrm>
              <a:prstGeom prst="roundRect">
                <a:avLst>
                  <a:gd name="adj" fmla="val 0"/>
                </a:avLst>
              </a:prstGeom>
              <a:noFill/>
              <a:ln w="31750" cap="flat" cmpd="sng">
                <a:solidFill>
                  <a:srgbClr val="00B050"/>
                </a:solidFill>
                <a:prstDash val="dash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1200" dirty="0"/>
              </a:p>
            </p:txBody>
          </p:sp>
          <p:sp>
            <p:nvSpPr>
              <p:cNvPr id="215" name="AutoShape 2">
                <a:extLst>
                  <a:ext uri="{FF2B5EF4-FFF2-40B4-BE49-F238E27FC236}">
                    <a16:creationId xmlns:a16="http://schemas.microsoft.com/office/drawing/2014/main" id="{B03B425F-CCBA-EA2C-A27E-38A7CA7ADD51}"/>
                  </a:ext>
                </a:extLst>
              </p:cNvPr>
              <p:cNvSpPr/>
              <p:nvPr/>
            </p:nvSpPr>
            <p:spPr>
              <a:xfrm>
                <a:off x="3618464" y="3807273"/>
                <a:ext cx="3606840" cy="216000"/>
              </a:xfrm>
              <a:prstGeom prst="rect">
                <a:avLst/>
              </a:prstGeom>
              <a:solidFill>
                <a:srgbClr val="64E8D6">
                  <a:alpha val="75000"/>
                </a:srgbClr>
              </a:solidFill>
              <a:ln w="12700" cap="flat">
                <a:noFill/>
                <a:prstDash val="solid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r>
                  <a:rPr lang="en-US" altLang="zh-CN" sz="1100" dirty="0"/>
                  <a:t>Task Generator</a:t>
                </a:r>
                <a:r>
                  <a:rPr lang="en-US" sz="1100" dirty="0"/>
                  <a:t> &amp; Customized Task Model</a:t>
                </a:r>
                <a:endParaRPr sz="1100" dirty="0"/>
              </a:p>
            </p:txBody>
          </p:sp>
          <p:sp>
            <p:nvSpPr>
              <p:cNvPr id="260" name="AutoShape 27">
                <a:extLst>
                  <a:ext uri="{FF2B5EF4-FFF2-40B4-BE49-F238E27FC236}">
                    <a16:creationId xmlns:a16="http://schemas.microsoft.com/office/drawing/2014/main" id="{06328E4B-7BD1-D6E1-DF4B-9ED411193124}"/>
                  </a:ext>
                </a:extLst>
              </p:cNvPr>
              <p:cNvSpPr/>
              <p:nvPr/>
            </p:nvSpPr>
            <p:spPr>
              <a:xfrm rot="10800000">
                <a:off x="5662158" y="4016352"/>
                <a:ext cx="192655" cy="192649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1200"/>
              </a:p>
            </p:txBody>
          </p:sp>
          <p:sp>
            <p:nvSpPr>
              <p:cNvPr id="291" name="AutoShape 119">
                <a:extLst>
                  <a:ext uri="{FF2B5EF4-FFF2-40B4-BE49-F238E27FC236}">
                    <a16:creationId xmlns:a16="http://schemas.microsoft.com/office/drawing/2014/main" id="{F1527144-A497-F807-ADCB-99602A01FA92}"/>
                  </a:ext>
                </a:extLst>
              </p:cNvPr>
              <p:cNvSpPr/>
              <p:nvPr/>
            </p:nvSpPr>
            <p:spPr>
              <a:xfrm>
                <a:off x="3522367" y="3999844"/>
                <a:ext cx="2784192" cy="2159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>
                  <a:defRPr/>
                </a:pPr>
                <a:r>
                  <a:rPr lang="en-US" sz="1100" dirty="0"/>
                  <a:t>Parallel and serial combinations</a:t>
                </a:r>
              </a:p>
            </p:txBody>
          </p:sp>
          <p:sp>
            <p:nvSpPr>
              <p:cNvPr id="30" name="AutoShape 36">
                <a:extLst>
                  <a:ext uri="{FF2B5EF4-FFF2-40B4-BE49-F238E27FC236}">
                    <a16:creationId xmlns:a16="http://schemas.microsoft.com/office/drawing/2014/main" id="{8061A5FC-1C87-0DA5-347D-7671B69CE0B8}"/>
                  </a:ext>
                </a:extLst>
              </p:cNvPr>
              <p:cNvSpPr/>
              <p:nvPr/>
            </p:nvSpPr>
            <p:spPr>
              <a:xfrm>
                <a:off x="3949914" y="3486953"/>
                <a:ext cx="2786889" cy="2667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en-US" sz="1600" b="1" dirty="0">
                    <a:solidFill>
                      <a:srgbClr val="1F2329"/>
                    </a:solidFill>
                  </a:rPr>
                  <a:t>EAT Framework</a:t>
                </a:r>
                <a:r>
                  <a:rPr lang="en-US" altLang="zh-CN" sz="1600" dirty="0"/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(§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III-C</a:t>
                </a:r>
                <a:r>
                  <a:rPr lang="en-US" altLang="zh-CN" sz="1600" dirty="0"/>
                  <a:t>) </a:t>
                </a:r>
                <a:endParaRPr lang="en-US" sz="1800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3A5D8D50-4255-6195-1F65-E9533CB4D5CE}"/>
                  </a:ext>
                </a:extLst>
              </p:cNvPr>
              <p:cNvSpPr/>
              <p:nvPr/>
            </p:nvSpPr>
            <p:spPr>
              <a:xfrm>
                <a:off x="3574363" y="3499198"/>
                <a:ext cx="292100" cy="2802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C</a:t>
                </a:r>
                <a:endParaRPr lang="zh-CN" altLang="en-US" sz="1600" dirty="0"/>
              </a:p>
            </p:txBody>
          </p:sp>
        </p:grpSp>
        <p:cxnSp>
          <p:nvCxnSpPr>
            <p:cNvPr id="201" name="连接符: 曲线 200">
              <a:extLst>
                <a:ext uri="{FF2B5EF4-FFF2-40B4-BE49-F238E27FC236}">
                  <a16:creationId xmlns:a16="http://schemas.microsoft.com/office/drawing/2014/main" id="{2AFC70B0-F9D2-742F-517C-695B03869E6C}"/>
                </a:ext>
              </a:extLst>
            </p:cNvPr>
            <p:cNvCxnSpPr>
              <a:cxnSpLocks/>
              <a:stCxn id="198" idx="0"/>
              <a:endCxn id="193" idx="2"/>
            </p:cNvCxnSpPr>
            <p:nvPr/>
          </p:nvCxnSpPr>
          <p:spPr>
            <a:xfrm rot="5400000" flipH="1" flipV="1">
              <a:off x="788387" y="3927777"/>
              <a:ext cx="342003" cy="438470"/>
            </a:xfrm>
            <a:prstGeom prst="curvedConnector3">
              <a:avLst>
                <a:gd name="adj1" fmla="val 50000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ysDot"/>
              <a:miter lim="800000"/>
              <a:tailEnd type="triangle"/>
            </a:ln>
            <a:effectLst/>
          </p:spPr>
        </p:cxnSp>
        <p:cxnSp>
          <p:nvCxnSpPr>
            <p:cNvPr id="202" name="连接符: 曲线 201">
              <a:extLst>
                <a:ext uri="{FF2B5EF4-FFF2-40B4-BE49-F238E27FC236}">
                  <a16:creationId xmlns:a16="http://schemas.microsoft.com/office/drawing/2014/main" id="{38A2025F-A5E7-CBDB-310F-1888F39C4B47}"/>
                </a:ext>
              </a:extLst>
            </p:cNvPr>
            <p:cNvCxnSpPr>
              <a:cxnSpLocks/>
              <a:stCxn id="200" idx="0"/>
              <a:endCxn id="194" idx="2"/>
            </p:cNvCxnSpPr>
            <p:nvPr/>
          </p:nvCxnSpPr>
          <p:spPr>
            <a:xfrm rot="16200000" flipV="1">
              <a:off x="2854904" y="3931911"/>
              <a:ext cx="376388" cy="464586"/>
            </a:xfrm>
            <a:prstGeom prst="curvedConnector3">
              <a:avLst>
                <a:gd name="adj1" fmla="val 50000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ysDot"/>
              <a:miter lim="800000"/>
              <a:headEnd w="med" len="sm"/>
              <a:tailEnd type="triangle"/>
            </a:ln>
            <a:effectLst/>
          </p:spPr>
        </p:cxnSp>
        <p:cxnSp>
          <p:nvCxnSpPr>
            <p:cNvPr id="203" name="连接符: 曲线 202">
              <a:extLst>
                <a:ext uri="{FF2B5EF4-FFF2-40B4-BE49-F238E27FC236}">
                  <a16:creationId xmlns:a16="http://schemas.microsoft.com/office/drawing/2014/main" id="{741EB95F-90F5-551A-86A3-867B74A8C75D}"/>
                </a:ext>
              </a:extLst>
            </p:cNvPr>
            <p:cNvCxnSpPr>
              <a:cxnSpLocks/>
              <a:stCxn id="199" idx="0"/>
              <a:endCxn id="194" idx="2"/>
            </p:cNvCxnSpPr>
            <p:nvPr/>
          </p:nvCxnSpPr>
          <p:spPr>
            <a:xfrm rot="5400000" flipH="1" flipV="1">
              <a:off x="2245886" y="3771168"/>
              <a:ext cx="360076" cy="769761"/>
            </a:xfrm>
            <a:prstGeom prst="curvedConnector3">
              <a:avLst>
                <a:gd name="adj1" fmla="val 50000"/>
              </a:avLst>
            </a:prstGeom>
            <a:noFill/>
            <a:ln w="25400" cap="flat" cmpd="sng" algn="ctr">
              <a:solidFill>
                <a:sysClr val="windowText" lastClr="000000"/>
              </a:solidFill>
              <a:prstDash val="sysDot"/>
              <a:miter lim="800000"/>
              <a:headEnd w="med" len="sm"/>
              <a:tailEnd type="triangle"/>
            </a:ln>
            <a:effectLst/>
          </p:spPr>
        </p:cxnSp>
        <p:sp>
          <p:nvSpPr>
            <p:cNvPr id="395" name="文本框 394">
              <a:extLst>
                <a:ext uri="{FF2B5EF4-FFF2-40B4-BE49-F238E27FC236}">
                  <a16:creationId xmlns:a16="http://schemas.microsoft.com/office/drawing/2014/main" id="{5164A50F-9CA6-A687-CBF9-C0D9B351CE69}"/>
                </a:ext>
              </a:extLst>
            </p:cNvPr>
            <p:cNvSpPr txBox="1"/>
            <p:nvPr/>
          </p:nvSpPr>
          <p:spPr>
            <a:xfrm>
              <a:off x="2149369" y="4137621"/>
              <a:ext cx="955608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Implement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396" name="文本框 395">
              <a:extLst>
                <a:ext uri="{FF2B5EF4-FFF2-40B4-BE49-F238E27FC236}">
                  <a16:creationId xmlns:a16="http://schemas.microsoft.com/office/drawing/2014/main" id="{3B894EF9-E395-6813-42C6-8758346B5EF0}"/>
                </a:ext>
              </a:extLst>
            </p:cNvPr>
            <p:cNvSpPr txBox="1"/>
            <p:nvPr/>
          </p:nvSpPr>
          <p:spPr>
            <a:xfrm>
              <a:off x="3206324" y="4137947"/>
              <a:ext cx="955608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Implement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73D29DCE-918D-9262-0CBF-105D3C78E786}"/>
                </a:ext>
              </a:extLst>
            </p:cNvPr>
            <p:cNvSpPr txBox="1"/>
            <p:nvPr/>
          </p:nvSpPr>
          <p:spPr>
            <a:xfrm>
              <a:off x="2772811" y="3570132"/>
              <a:ext cx="573466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Inherit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398" name="文本框 397">
              <a:extLst>
                <a:ext uri="{FF2B5EF4-FFF2-40B4-BE49-F238E27FC236}">
                  <a16:creationId xmlns:a16="http://schemas.microsoft.com/office/drawing/2014/main" id="{744BFB4D-7E54-5965-AFF8-935276B2103D}"/>
                </a:ext>
              </a:extLst>
            </p:cNvPr>
            <p:cNvSpPr txBox="1"/>
            <p:nvPr/>
          </p:nvSpPr>
          <p:spPr>
            <a:xfrm>
              <a:off x="2667680" y="2910460"/>
              <a:ext cx="573466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buClrTx/>
                <a:defRPr/>
              </a:pPr>
              <a:r>
                <a:rPr lang="en-US" altLang="zh-CN" sz="1050" kern="1200" dirty="0">
                  <a:solidFill>
                    <a:prstClr val="black"/>
                  </a:solidFill>
                  <a:latin typeface="+mj-lt"/>
                  <a:ea typeface="微软雅黑"/>
                  <a:cs typeface="Times New Roman" panose="02020603050405020304" pitchFamily="18" charset="0"/>
                </a:rPr>
                <a:t>Inherit</a:t>
              </a:r>
              <a:endParaRPr lang="zh-CN" altLang="en-US" sz="1050" kern="1200" dirty="0">
                <a:solidFill>
                  <a:prstClr val="black"/>
                </a:solidFill>
                <a:latin typeface="+mj-lt"/>
                <a:ea typeface="微软雅黑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5A88592F-9744-AAE2-ED53-6D075B607B92}"/>
              </a:ext>
            </a:extLst>
          </p:cNvPr>
          <p:cNvSpPr txBox="1"/>
          <p:nvPr/>
        </p:nvSpPr>
        <p:spPr>
          <a:xfrm>
            <a:off x="9761444" y="2943011"/>
            <a:ext cx="12860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Decision Making</a:t>
            </a:r>
          </a:p>
        </p:txBody>
      </p:sp>
      <p:sp>
        <p:nvSpPr>
          <p:cNvPr id="106" name="AutoShape 5">
            <a:extLst>
              <a:ext uri="{FF2B5EF4-FFF2-40B4-BE49-F238E27FC236}">
                <a16:creationId xmlns:a16="http://schemas.microsoft.com/office/drawing/2014/main" id="{BE999F2A-E651-FF45-2091-BA1D5F831947}"/>
              </a:ext>
            </a:extLst>
          </p:cNvPr>
          <p:cNvSpPr/>
          <p:nvPr/>
        </p:nvSpPr>
        <p:spPr>
          <a:xfrm>
            <a:off x="4079140" y="1459440"/>
            <a:ext cx="7973210" cy="2613788"/>
          </a:xfrm>
          <a:prstGeom prst="roundRect">
            <a:avLst>
              <a:gd name="adj" fmla="val 0"/>
            </a:avLst>
          </a:prstGeom>
          <a:noFill/>
          <a:ln w="31750" cap="flat" cmpd="sng">
            <a:solidFill>
              <a:srgbClr val="C00000"/>
            </a:solidFill>
            <a:prstDash val="dash"/>
          </a:ln>
        </p:spPr>
        <p:txBody>
          <a:bodyPr lIns="91440" tIns="45720" rIns="91440" bIns="45720" rtlCol="0" anchor="ctr">
            <a:noAutofit/>
          </a:bodyPr>
          <a:lstStyle/>
          <a:p>
            <a:pPr algn="ctr">
              <a:defRPr/>
            </a:pPr>
            <a:endParaRPr sz="1200" dirty="0">
              <a:solidFill>
                <a:srgbClr val="C00000"/>
              </a:solidFill>
            </a:endParaRPr>
          </a:p>
        </p:txBody>
      </p: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C48C3E19-F18D-DD04-5007-AAFA9C5FD2C0}"/>
              </a:ext>
            </a:extLst>
          </p:cNvPr>
          <p:cNvGrpSpPr/>
          <p:nvPr/>
        </p:nvGrpSpPr>
        <p:grpSpPr>
          <a:xfrm>
            <a:off x="67305" y="48819"/>
            <a:ext cx="8624629" cy="1281433"/>
            <a:chOff x="73649" y="199665"/>
            <a:chExt cx="8624629" cy="1281433"/>
          </a:xfrm>
        </p:grpSpPr>
        <p:sp>
          <p:nvSpPr>
            <p:cNvPr id="8" name="AutoShape 8"/>
            <p:cNvSpPr/>
            <p:nvPr/>
          </p:nvSpPr>
          <p:spPr>
            <a:xfrm>
              <a:off x="73649" y="199665"/>
              <a:ext cx="8624629" cy="1281433"/>
            </a:xfrm>
            <a:prstGeom prst="roundRect">
              <a:avLst>
                <a:gd name="adj" fmla="val 0"/>
              </a:avLst>
            </a:prstGeom>
            <a:noFill/>
            <a:ln w="28575" cap="flat">
              <a:solidFill>
                <a:srgbClr val="000000">
                  <a:alpha val="100000"/>
                </a:srgbClr>
              </a:solidFill>
              <a:prstDash val="dash"/>
            </a:ln>
          </p:spPr>
          <p:txBody>
            <a:bodyPr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378812" y="240883"/>
              <a:ext cx="2392237" cy="64951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lIns="91440" tIns="45720" rIns="91440" bIns="45720" rtlCol="0" anchor="t">
              <a:noAutofit/>
            </a:bodyPr>
            <a:lstStyle/>
            <a:p>
              <a:pPr>
                <a:lnSpc>
                  <a:spcPts val="1500"/>
                </a:lnSpc>
                <a:defRPr/>
              </a:pPr>
              <a:r>
                <a:rPr lang="en-US" sz="1600" b="1" dirty="0"/>
                <a:t>Project Collection </a:t>
              </a:r>
            </a:p>
            <a:p>
              <a:pPr>
                <a:lnSpc>
                  <a:spcPts val="1500"/>
                </a:lnSpc>
                <a:defRPr/>
              </a:pPr>
              <a:r>
                <a:rPr lang="en-US" sz="1600" b="1" dirty="0"/>
                <a:t>&amp; Analysis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§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III-A</a:t>
              </a:r>
              <a:r>
                <a:rPr lang="en-US" sz="1600" dirty="0"/>
                <a:t>) </a:t>
              </a:r>
              <a:endParaRPr lang="en-US" sz="1100" dirty="0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56106" y="947160"/>
              <a:ext cx="1330953" cy="433636"/>
              <a:chOff x="785432" y="1777059"/>
              <a:chExt cx="1330953" cy="361854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785432" y="1777059"/>
                <a:ext cx="1232820" cy="345469"/>
              </a:xfrm>
              <a:prstGeom prst="roundRect">
                <a:avLst>
                  <a:gd name="adj" fmla="val 6803"/>
                </a:avLst>
              </a:prstGeom>
              <a:noFill/>
              <a:ln w="25400" cap="flat">
                <a:solidFill>
                  <a:srgbClr val="262626">
                    <a:alpha val="100000"/>
                  </a:srgbClr>
                </a:solidFill>
                <a:prstDash val="solid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2628" dirty="0"/>
              </a:p>
            </p:txBody>
          </p:sp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>
              <a:xfrm>
                <a:off x="838710" y="1805576"/>
                <a:ext cx="330115" cy="289289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  <p:sp>
            <p:nvSpPr>
              <p:cNvPr id="13" name="AutoShape 13"/>
              <p:cNvSpPr/>
              <p:nvPr/>
            </p:nvSpPr>
            <p:spPr>
              <a:xfrm>
                <a:off x="1047099" y="1789276"/>
                <a:ext cx="1069286" cy="349637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r>
                  <a:rPr lang="en-US" sz="1000" dirty="0"/>
                  <a:t>Open Source </a:t>
                </a:r>
              </a:p>
              <a:p>
                <a:pPr algn="ctr">
                  <a:defRPr/>
                </a:pPr>
                <a:r>
                  <a:rPr lang="en-US" sz="1000" dirty="0"/>
                  <a:t>Repositories</a:t>
                </a:r>
              </a:p>
            </p:txBody>
          </p:sp>
        </p:grp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9F0F279B-D923-371E-2484-808A01A2B079}"/>
                </a:ext>
              </a:extLst>
            </p:cNvPr>
            <p:cNvGrpSpPr/>
            <p:nvPr/>
          </p:nvGrpSpPr>
          <p:grpSpPr>
            <a:xfrm>
              <a:off x="1055909" y="714658"/>
              <a:ext cx="1167302" cy="556714"/>
              <a:chOff x="306108" y="835012"/>
              <a:chExt cx="1369388" cy="464562"/>
            </a:xfrm>
          </p:grpSpPr>
          <p:sp>
            <p:nvSpPr>
              <p:cNvPr id="14" name="AutoShape 14"/>
              <p:cNvSpPr/>
              <p:nvPr/>
            </p:nvSpPr>
            <p:spPr>
              <a:xfrm rot="16200000">
                <a:off x="837193" y="1096152"/>
                <a:ext cx="156971" cy="2498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1440" tIns="45720" rIns="35559" bIns="45720" rtlCol="0" anchor="ctr">
                <a:noAutofit/>
              </a:bodyPr>
              <a:lstStyle/>
              <a:p>
                <a:pPr algn="ctr">
                  <a:defRPr/>
                </a:pPr>
                <a:endParaRPr sz="2628" dirty="0"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306108" y="835012"/>
                <a:ext cx="1369388" cy="24094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r>
                  <a:rPr lang="en-US" altLang="zh-CN" sz="1050" dirty="0"/>
                  <a:t>Collect by </a:t>
                </a:r>
                <a:r>
                  <a:rPr lang="en-US" sz="1050" dirty="0"/>
                  <a:t>Tags</a:t>
                </a:r>
                <a:endParaRPr lang="en-US" sz="1000" dirty="0"/>
              </a:p>
            </p:txBody>
          </p:sp>
        </p:grpSp>
        <p:grpSp>
          <p:nvGrpSpPr>
            <p:cNvPr id="402" name="组合 401">
              <a:extLst>
                <a:ext uri="{FF2B5EF4-FFF2-40B4-BE49-F238E27FC236}">
                  <a16:creationId xmlns:a16="http://schemas.microsoft.com/office/drawing/2014/main" id="{ADD6D036-ABF5-0AB1-19A9-7A70069F79D2}"/>
                </a:ext>
              </a:extLst>
            </p:cNvPr>
            <p:cNvGrpSpPr/>
            <p:nvPr/>
          </p:nvGrpSpPr>
          <p:grpSpPr>
            <a:xfrm>
              <a:off x="1726582" y="958263"/>
              <a:ext cx="1249380" cy="415639"/>
              <a:chOff x="617582" y="1603040"/>
              <a:chExt cx="1249380" cy="415639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17582" y="1603040"/>
                <a:ext cx="1249380" cy="415639"/>
                <a:chOff x="616845" y="2461799"/>
                <a:chExt cx="786117" cy="430382"/>
              </a:xfrm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616845" y="2461799"/>
                  <a:ext cx="718399" cy="429942"/>
                </a:xfrm>
                <a:prstGeom prst="roundRect">
                  <a:avLst>
                    <a:gd name="adj" fmla="val 6802"/>
                  </a:avLst>
                </a:prstGeom>
                <a:noFill/>
                <a:ln w="25400" cap="flat">
                  <a:solidFill>
                    <a:srgbClr val="262626">
                      <a:alpha val="100000"/>
                    </a:srgbClr>
                  </a:solidFill>
                  <a:prstDash val="solid"/>
                </a:ln>
              </p:spPr>
              <p:txBody>
                <a:bodyPr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sz="2628" dirty="0"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767603" y="2465136"/>
                  <a:ext cx="635359" cy="427045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91440" tIns="45720" rIns="91440" bIns="45720" rtlCol="0" anchor="t">
                  <a:noAutofit/>
                </a:bodyPr>
                <a:lstStyle/>
                <a:p>
                  <a:pPr algn="ctr">
                    <a:defRPr/>
                  </a:pPr>
                  <a:r>
                    <a:rPr lang="en-US" sz="1000" dirty="0"/>
                    <a:t>Unity-based </a:t>
                  </a:r>
                </a:p>
                <a:p>
                  <a:pPr algn="ctr">
                    <a:defRPr/>
                  </a:pPr>
                  <a:r>
                    <a:rPr lang="en-US" sz="1000" dirty="0"/>
                    <a:t>VR Projects</a:t>
                  </a:r>
                </a:p>
              </p:txBody>
            </p:sp>
          </p:grpSp>
          <p:pic>
            <p:nvPicPr>
              <p:cNvPr id="19" name="Picture 19"/>
              <p:cNvPicPr>
                <a:picLocks noChangeAspect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>
              <a:xfrm>
                <a:off x="672440" y="1649140"/>
                <a:ext cx="230750" cy="277464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</p:grp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2A1065A7-6F04-E6B4-D5AD-2494C89C8842}"/>
                </a:ext>
              </a:extLst>
            </p:cNvPr>
            <p:cNvSpPr/>
            <p:nvPr/>
          </p:nvSpPr>
          <p:spPr>
            <a:xfrm>
              <a:off x="130552" y="246419"/>
              <a:ext cx="292100" cy="2802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A</a:t>
              </a:r>
              <a:endParaRPr lang="zh-CN" altLang="en-US" sz="1600" dirty="0"/>
            </a:p>
          </p:txBody>
        </p:sp>
        <p:pic>
          <p:nvPicPr>
            <p:cNvPr id="36" name="Picture 25">
              <a:extLst>
                <a:ext uri="{FF2B5EF4-FFF2-40B4-BE49-F238E27FC236}">
                  <a16:creationId xmlns:a16="http://schemas.microsoft.com/office/drawing/2014/main" id="{7504FED4-ED1B-0EA4-BDA6-093309FAE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1975355" y="1216719"/>
              <a:ext cx="131895" cy="134817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49" name="AutoShape 14">
              <a:extLst>
                <a:ext uri="{FF2B5EF4-FFF2-40B4-BE49-F238E27FC236}">
                  <a16:creationId xmlns:a16="http://schemas.microsoft.com/office/drawing/2014/main" id="{D4E17141-162E-10BB-A58A-3338CB785B3E}"/>
                </a:ext>
              </a:extLst>
            </p:cNvPr>
            <p:cNvSpPr/>
            <p:nvPr/>
          </p:nvSpPr>
          <p:spPr>
            <a:xfrm rot="16200000">
              <a:off x="2940306" y="1070819"/>
              <a:ext cx="168246" cy="204290"/>
            </a:xfrm>
            <a:prstGeom prst="downArrow">
              <a:avLst>
                <a:gd name="adj1" fmla="val 50000"/>
                <a:gd name="adj2" fmla="val 5000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1440" tIns="45720" rIns="35559" bIns="4572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  <p:sp>
          <p:nvSpPr>
            <p:cNvPr id="52" name="AutoShape 15">
              <a:extLst>
                <a:ext uri="{FF2B5EF4-FFF2-40B4-BE49-F238E27FC236}">
                  <a16:creationId xmlns:a16="http://schemas.microsoft.com/office/drawing/2014/main" id="{B75EA6AC-24BD-2B17-C5F9-0F2D8335E920}"/>
                </a:ext>
              </a:extLst>
            </p:cNvPr>
            <p:cNvSpPr/>
            <p:nvPr/>
          </p:nvSpPr>
          <p:spPr>
            <a:xfrm>
              <a:off x="5575243" y="375563"/>
              <a:ext cx="525479" cy="8851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vert="eaVert" lIns="91440" tIns="45720" rIns="91440" bIns="45720" rtlCol="0" anchor="t">
              <a:noAutofit/>
            </a:bodyPr>
            <a:lstStyle/>
            <a:p>
              <a:pPr algn="ctr">
                <a:lnSpc>
                  <a:spcPts val="1000"/>
                </a:lnSpc>
                <a:defRPr/>
              </a:pPr>
              <a:r>
                <a:rPr lang="en-US" altLang="zh-CN" sz="1050" dirty="0"/>
                <a:t>Dynamic Analysis</a:t>
              </a:r>
              <a:endParaRPr lang="en-US" sz="1000" dirty="0"/>
            </a:p>
          </p:txBody>
        </p:sp>
        <p:sp>
          <p:nvSpPr>
            <p:cNvPr id="50" name="AutoShape 15">
              <a:extLst>
                <a:ext uri="{FF2B5EF4-FFF2-40B4-BE49-F238E27FC236}">
                  <a16:creationId xmlns:a16="http://schemas.microsoft.com/office/drawing/2014/main" id="{3DEE719F-58C1-E218-3230-4CE2EF87A1C1}"/>
                </a:ext>
              </a:extLst>
            </p:cNvPr>
            <p:cNvSpPr/>
            <p:nvPr/>
          </p:nvSpPr>
          <p:spPr>
            <a:xfrm>
              <a:off x="2862123" y="384500"/>
              <a:ext cx="372417" cy="89133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vert="eaVert" lIns="91440" tIns="45720" rIns="91440" bIns="45720" rtlCol="0" anchor="t">
              <a:noAutofit/>
            </a:bodyPr>
            <a:lstStyle/>
            <a:p>
              <a:pPr algn="ctr">
                <a:lnSpc>
                  <a:spcPts val="1000"/>
                </a:lnSpc>
                <a:defRPr/>
              </a:pPr>
              <a:r>
                <a:rPr lang="en-US" altLang="zh-CN" sz="1050" dirty="0"/>
                <a:t>Static Analysis</a:t>
              </a:r>
              <a:endParaRPr lang="en-US" sz="1000" dirty="0"/>
            </a:p>
          </p:txBody>
        </p: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D20E3465-ACDF-4E85-9911-90C9DA9C364D}"/>
                </a:ext>
              </a:extLst>
            </p:cNvPr>
            <p:cNvGrpSpPr/>
            <p:nvPr/>
          </p:nvGrpSpPr>
          <p:grpSpPr>
            <a:xfrm>
              <a:off x="3155630" y="252867"/>
              <a:ext cx="2578673" cy="1135675"/>
              <a:chOff x="279090" y="1857312"/>
              <a:chExt cx="2109438" cy="923293"/>
            </a:xfrm>
          </p:grpSpPr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E46EB6A6-4328-BD5B-F59B-BA795C132FB2}"/>
                  </a:ext>
                </a:extLst>
              </p:cNvPr>
              <p:cNvGrpSpPr/>
              <p:nvPr/>
            </p:nvGrpSpPr>
            <p:grpSpPr>
              <a:xfrm>
                <a:off x="353861" y="1880848"/>
                <a:ext cx="2034667" cy="382934"/>
                <a:chOff x="-2361745" y="1611800"/>
                <a:chExt cx="2034667" cy="382934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43CF2EC6-52D2-C89D-0249-FF0D91BE4BBE}"/>
                    </a:ext>
                  </a:extLst>
                </p:cNvPr>
                <p:cNvGrpSpPr/>
                <p:nvPr/>
              </p:nvGrpSpPr>
              <p:grpSpPr>
                <a:xfrm>
                  <a:off x="-2361745" y="1611800"/>
                  <a:ext cx="2034667" cy="382934"/>
                  <a:chOff x="-580286" y="1673090"/>
                  <a:chExt cx="2034667" cy="382934"/>
                </a:xfrm>
              </p:grpSpPr>
              <p:sp>
                <p:nvSpPr>
                  <p:cNvPr id="3" name="AutoShape 3"/>
                  <p:cNvSpPr/>
                  <p:nvPr/>
                </p:nvSpPr>
                <p:spPr>
                  <a:xfrm>
                    <a:off x="-580286" y="1689360"/>
                    <a:ext cx="1877219" cy="366664"/>
                  </a:xfrm>
                  <a:prstGeom prst="roundRect">
                    <a:avLst>
                      <a:gd name="adj" fmla="val 6034"/>
                    </a:avLst>
                  </a:prstGeom>
                  <a:solidFill>
                    <a:srgbClr val="DEE0E3">
                      <a:alpha val="20000"/>
                    </a:srgbClr>
                  </a:solidFill>
                  <a:ln w="25400" cap="flat" cmpd="sng">
                    <a:solidFill>
                      <a:srgbClr val="2B2F36">
                        <a:alpha val="20000"/>
                      </a:srgbClr>
                    </a:solidFill>
                    <a:prstDash val="solid"/>
                    <a:round/>
                  </a:ln>
                </p:spPr>
                <p:txBody>
                  <a:bodyPr lIns="63500" tIns="63500" rIns="63500" bIns="6350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sz="1400" dirty="0"/>
                  </a:p>
                </p:txBody>
              </p:sp>
              <p:grpSp>
                <p:nvGrpSpPr>
                  <p:cNvPr id="222" name="组合 221">
                    <a:extLst>
                      <a:ext uri="{FF2B5EF4-FFF2-40B4-BE49-F238E27FC236}">
                        <a16:creationId xmlns:a16="http://schemas.microsoft.com/office/drawing/2014/main" id="{82931C69-CC4F-BC3B-2851-AA6DEDF8730F}"/>
                      </a:ext>
                    </a:extLst>
                  </p:cNvPr>
                  <p:cNvGrpSpPr/>
                  <p:nvPr/>
                </p:nvGrpSpPr>
                <p:grpSpPr>
                  <a:xfrm>
                    <a:off x="380262" y="1710016"/>
                    <a:ext cx="503746" cy="343067"/>
                    <a:chOff x="5041746" y="5884676"/>
                    <a:chExt cx="1665805" cy="987255"/>
                  </a:xfrm>
                </p:grpSpPr>
                <p:pic>
                  <p:nvPicPr>
                    <p:cNvPr id="174" name="Picture 71">
                      <a:extLst>
                        <a:ext uri="{FF2B5EF4-FFF2-40B4-BE49-F238E27FC236}">
                          <a16:creationId xmlns:a16="http://schemas.microsoft.com/office/drawing/2014/main" id="{4F2859AF-E10A-28CB-5893-07A73E6A6E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041746" y="5884676"/>
                      <a:ext cx="418838" cy="388598"/>
                    </a:xfrm>
                    <a:prstGeom prst="rect">
                      <a:avLst/>
                    </a:prstGeom>
                    <a:ln>
                      <a:noFill/>
                      <a:prstDash val="soli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cxnSp>
                  <p:nvCxnSpPr>
                    <p:cNvPr id="179" name="连接符: 肘形 178">
                      <a:extLst>
                        <a:ext uri="{FF2B5EF4-FFF2-40B4-BE49-F238E27FC236}">
                          <a16:creationId xmlns:a16="http://schemas.microsoft.com/office/drawing/2014/main" id="{585B0AC1-AB6D-1944-60FE-4DFDCCCEB109}"/>
                        </a:ext>
                      </a:extLst>
                    </p:cNvPr>
                    <p:cNvCxnSpPr>
                      <a:cxnSpLocks/>
                      <a:stCxn id="174" idx="2"/>
                      <a:endCxn id="207" idx="1"/>
                    </p:cNvCxnSpPr>
                    <p:nvPr/>
                  </p:nvCxnSpPr>
                  <p:spPr>
                    <a:xfrm rot="16200000" flipH="1">
                      <a:off x="5447573" y="6076867"/>
                      <a:ext cx="102955" cy="495769"/>
                    </a:xfrm>
                    <a:prstGeom prst="bentConnector2">
                      <a:avLst/>
                    </a:prstGeom>
                    <a:ln w="222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207" name="Picture 71">
                      <a:extLst>
                        <a:ext uri="{FF2B5EF4-FFF2-40B4-BE49-F238E27FC236}">
                          <a16:creationId xmlns:a16="http://schemas.microsoft.com/office/drawing/2014/main" id="{0854C228-EF0C-8693-2BDA-8119CE04CCF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746935" y="6181931"/>
                      <a:ext cx="418838" cy="388599"/>
                    </a:xfrm>
                    <a:prstGeom prst="rect">
                      <a:avLst/>
                    </a:prstGeom>
                    <a:ln>
                      <a:noFill/>
                      <a:prstDash val="soli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pic>
                  <p:nvPicPr>
                    <p:cNvPr id="211" name="Picture 71">
                      <a:extLst>
                        <a:ext uri="{FF2B5EF4-FFF2-40B4-BE49-F238E27FC236}">
                          <a16:creationId xmlns:a16="http://schemas.microsoft.com/office/drawing/2014/main" id="{AECC4CD5-87C4-14A0-0FCE-79E58A5F98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288713" y="6483332"/>
                      <a:ext cx="418838" cy="388599"/>
                    </a:xfrm>
                    <a:prstGeom prst="rect">
                      <a:avLst/>
                    </a:prstGeom>
                    <a:ln>
                      <a:noFill/>
                      <a:prstDash val="soli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  <p:cxnSp>
                  <p:nvCxnSpPr>
                    <p:cNvPr id="217" name="连接符: 肘形 216">
                      <a:extLst>
                        <a:ext uri="{FF2B5EF4-FFF2-40B4-BE49-F238E27FC236}">
                          <a16:creationId xmlns:a16="http://schemas.microsoft.com/office/drawing/2014/main" id="{E301C996-5C5C-7E26-C933-920765F88744}"/>
                        </a:ext>
                      </a:extLst>
                    </p:cNvPr>
                    <p:cNvCxnSpPr>
                      <a:cxnSpLocks/>
                      <a:stCxn id="207" idx="2"/>
                      <a:endCxn id="211" idx="1"/>
                    </p:cNvCxnSpPr>
                    <p:nvPr/>
                  </p:nvCxnSpPr>
                  <p:spPr>
                    <a:xfrm rot="16200000" flipH="1">
                      <a:off x="6068982" y="6457902"/>
                      <a:ext cx="107101" cy="332357"/>
                    </a:xfrm>
                    <a:prstGeom prst="bentConnector2">
                      <a:avLst/>
                    </a:prstGeom>
                    <a:ln w="222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3" name="AutoShape 119">
                    <a:extLst>
                      <a:ext uri="{FF2B5EF4-FFF2-40B4-BE49-F238E27FC236}">
                        <a16:creationId xmlns:a16="http://schemas.microsoft.com/office/drawing/2014/main" id="{7A5582B4-F4EF-5070-8E6C-498B191DD695}"/>
                      </a:ext>
                    </a:extLst>
                  </p:cNvPr>
                  <p:cNvSpPr/>
                  <p:nvPr/>
                </p:nvSpPr>
                <p:spPr>
                  <a:xfrm>
                    <a:off x="647564" y="1775431"/>
                    <a:ext cx="806817" cy="119720"/>
                  </a:xfrm>
                  <a:prstGeom prst="rect">
                    <a:avLst/>
                  </a:prstGeom>
                  <a:noFill/>
                  <a:ln w="12700">
                    <a:noFill/>
                    <a:prstDash val="solid"/>
                  </a:ln>
                </p:spPr>
                <p:txBody>
                  <a:bodyPr lIns="91440" tIns="45720" rIns="91440" bIns="45720" rtlCol="0" anchor="t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900" dirty="0"/>
                      <a:t>Interactables</a:t>
                    </a:r>
                    <a:endParaRPr lang="en-US" sz="1200" dirty="0"/>
                  </a:p>
                </p:txBody>
              </p:sp>
              <p:sp>
                <p:nvSpPr>
                  <p:cNvPr id="267" name="AutoShape 119">
                    <a:extLst>
                      <a:ext uri="{FF2B5EF4-FFF2-40B4-BE49-F238E27FC236}">
                        <a16:creationId xmlns:a16="http://schemas.microsoft.com/office/drawing/2014/main" id="{1293F4BD-560C-D4C3-09DB-72034663940B}"/>
                      </a:ext>
                    </a:extLst>
                  </p:cNvPr>
                  <p:cNvSpPr/>
                  <p:nvPr/>
                </p:nvSpPr>
                <p:spPr>
                  <a:xfrm>
                    <a:off x="420540" y="1673090"/>
                    <a:ext cx="849820" cy="110539"/>
                  </a:xfrm>
                  <a:prstGeom prst="rect">
                    <a:avLst/>
                  </a:prstGeom>
                  <a:noFill/>
                  <a:ln w="12700">
                    <a:noFill/>
                    <a:prstDash val="solid"/>
                  </a:ln>
                </p:spPr>
                <p:txBody>
                  <a:bodyPr lIns="91440" tIns="45720" rIns="91440" bIns="45720" rtlCol="0" anchor="t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900" dirty="0"/>
                      <a:t>Environment</a:t>
                    </a:r>
                    <a:endParaRPr lang="en-US" sz="1200" dirty="0"/>
                  </a:p>
                </p:txBody>
              </p:sp>
              <p:sp>
                <p:nvSpPr>
                  <p:cNvPr id="268" name="AutoShape 119">
                    <a:extLst>
                      <a:ext uri="{FF2B5EF4-FFF2-40B4-BE49-F238E27FC236}">
                        <a16:creationId xmlns:a16="http://schemas.microsoft.com/office/drawing/2014/main" id="{9F20133E-2D00-92F4-A9BD-78E89364480C}"/>
                      </a:ext>
                    </a:extLst>
                  </p:cNvPr>
                  <p:cNvSpPr/>
                  <p:nvPr/>
                </p:nvSpPr>
                <p:spPr>
                  <a:xfrm>
                    <a:off x="826736" y="1887253"/>
                    <a:ext cx="432630" cy="129600"/>
                  </a:xfrm>
                  <a:prstGeom prst="rect">
                    <a:avLst/>
                  </a:prstGeom>
                  <a:noFill/>
                  <a:ln w="12700">
                    <a:noFill/>
                    <a:prstDash val="solid"/>
                  </a:ln>
                </p:spPr>
                <p:txBody>
                  <a:bodyPr lIns="91440" tIns="45720" rIns="91440" bIns="45720" rtlCol="0" anchor="t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900" dirty="0"/>
                      <a:t>Box</a:t>
                    </a:r>
                    <a:endParaRPr lang="en-US" sz="1200" dirty="0"/>
                  </a:p>
                </p:txBody>
              </p:sp>
            </p:grpSp>
            <p:sp>
              <p:nvSpPr>
                <p:cNvPr id="29" name="AutoShape 29"/>
                <p:cNvSpPr/>
                <p:nvPr/>
              </p:nvSpPr>
              <p:spPr>
                <a:xfrm>
                  <a:off x="-2322011" y="1829442"/>
                  <a:ext cx="1225913" cy="121422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altLang="zh-CN" sz="1050" dirty="0">
                      <a:solidFill>
                        <a:srgbClr val="1F2329"/>
                      </a:solidFill>
                    </a:rPr>
                    <a:t>S1. Scene/prefab scan</a:t>
                  </a:r>
                  <a:endParaRPr lang="en-US" sz="1050" dirty="0"/>
                </a:p>
              </p:txBody>
            </p:sp>
          </p:grp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A63130D6-871A-E622-0EF4-4C3E3A2BF9C3}"/>
                  </a:ext>
                </a:extLst>
              </p:cNvPr>
              <p:cNvGrpSpPr/>
              <p:nvPr/>
            </p:nvGrpSpPr>
            <p:grpSpPr>
              <a:xfrm>
                <a:off x="358597" y="2317959"/>
                <a:ext cx="1866166" cy="181409"/>
                <a:chOff x="163717" y="2878489"/>
                <a:chExt cx="1502100" cy="181409"/>
              </a:xfrm>
            </p:grpSpPr>
            <p:sp>
              <p:nvSpPr>
                <p:cNvPr id="20" name="AutoShape 3">
                  <a:extLst>
                    <a:ext uri="{FF2B5EF4-FFF2-40B4-BE49-F238E27FC236}">
                      <a16:creationId xmlns:a16="http://schemas.microsoft.com/office/drawing/2014/main" id="{23F4B7B8-7C1A-FE17-CEE6-D5E72BC2BD99}"/>
                    </a:ext>
                  </a:extLst>
                </p:cNvPr>
                <p:cNvSpPr/>
                <p:nvPr/>
              </p:nvSpPr>
              <p:spPr>
                <a:xfrm>
                  <a:off x="163717" y="2878489"/>
                  <a:ext cx="1502100" cy="181409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DEE0E3">
                    <a:alpha val="20000"/>
                  </a:srgbClr>
                </a:solidFill>
                <a:ln w="25400" cap="flat" cmpd="sng">
                  <a:solidFill>
                    <a:srgbClr val="2B2F36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1400" dirty="0"/>
                </a:p>
              </p:txBody>
            </p:sp>
            <p:sp>
              <p:nvSpPr>
                <p:cNvPr id="112" name="AutoShape 29">
                  <a:extLst>
                    <a:ext uri="{FF2B5EF4-FFF2-40B4-BE49-F238E27FC236}">
                      <a16:creationId xmlns:a16="http://schemas.microsoft.com/office/drawing/2014/main" id="{4A7F88DD-9A20-F3C2-DA21-B14707D3FA99}"/>
                    </a:ext>
                  </a:extLst>
                </p:cNvPr>
                <p:cNvSpPr/>
                <p:nvPr/>
              </p:nvSpPr>
              <p:spPr>
                <a:xfrm>
                  <a:off x="199414" y="2883164"/>
                  <a:ext cx="1413589" cy="14578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altLang="zh-CN" sz="1050" dirty="0">
                      <a:solidFill>
                        <a:srgbClr val="1F2329"/>
                      </a:solidFill>
                    </a:rPr>
                    <a:t>S2. Script binding extraction</a:t>
                  </a:r>
                  <a:endParaRPr lang="en-US" sz="1050" dirty="0"/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4DEB5BB6-7A9F-4303-2978-A4C6D7736CB0}"/>
                  </a:ext>
                </a:extLst>
              </p:cNvPr>
              <p:cNvGrpSpPr/>
              <p:nvPr/>
            </p:nvGrpSpPr>
            <p:grpSpPr>
              <a:xfrm>
                <a:off x="359074" y="2547688"/>
                <a:ext cx="1931783" cy="181409"/>
                <a:chOff x="164194" y="3108219"/>
                <a:chExt cx="1931783" cy="181409"/>
              </a:xfrm>
            </p:grpSpPr>
            <p:sp>
              <p:nvSpPr>
                <p:cNvPr id="120" name="AutoShape 3">
                  <a:extLst>
                    <a:ext uri="{FF2B5EF4-FFF2-40B4-BE49-F238E27FC236}">
                      <a16:creationId xmlns:a16="http://schemas.microsoft.com/office/drawing/2014/main" id="{B26A646C-803A-BE08-95EC-428C27BEB849}"/>
                    </a:ext>
                  </a:extLst>
                </p:cNvPr>
                <p:cNvSpPr/>
                <p:nvPr/>
              </p:nvSpPr>
              <p:spPr>
                <a:xfrm>
                  <a:off x="164194" y="3108219"/>
                  <a:ext cx="1869923" cy="181409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DEE0E3">
                    <a:alpha val="20000"/>
                  </a:srgbClr>
                </a:solidFill>
                <a:ln w="25400" cap="flat" cmpd="sng">
                  <a:solidFill>
                    <a:srgbClr val="2B2F36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1400" dirty="0"/>
                </a:p>
              </p:txBody>
            </p:sp>
            <p:sp>
              <p:nvSpPr>
                <p:cNvPr id="124" name="AutoShape 29">
                  <a:extLst>
                    <a:ext uri="{FF2B5EF4-FFF2-40B4-BE49-F238E27FC236}">
                      <a16:creationId xmlns:a16="http://schemas.microsoft.com/office/drawing/2014/main" id="{91AC0066-9032-B14A-5038-A617ADC9B17E}"/>
                    </a:ext>
                  </a:extLst>
                </p:cNvPr>
                <p:cNvSpPr/>
                <p:nvPr/>
              </p:nvSpPr>
              <p:spPr>
                <a:xfrm>
                  <a:off x="199891" y="3112894"/>
                  <a:ext cx="1896086" cy="14578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altLang="zh-CN" sz="1050" dirty="0">
                      <a:solidFill>
                        <a:srgbClr val="1F2329"/>
                      </a:solidFill>
                    </a:rPr>
                    <a:t>S3. Interaction pattern identification</a:t>
                  </a:r>
                  <a:endParaRPr lang="en-US" sz="1050" dirty="0"/>
                </a:p>
              </p:txBody>
            </p:sp>
          </p:grpSp>
          <p:sp>
            <p:nvSpPr>
              <p:cNvPr id="144" name="AutoShape 11">
                <a:extLst>
                  <a:ext uri="{FF2B5EF4-FFF2-40B4-BE49-F238E27FC236}">
                    <a16:creationId xmlns:a16="http://schemas.microsoft.com/office/drawing/2014/main" id="{D5CD180B-8E27-80CB-3E53-B23C67F5BD7E}"/>
                  </a:ext>
                </a:extLst>
              </p:cNvPr>
              <p:cNvSpPr/>
              <p:nvPr/>
            </p:nvSpPr>
            <p:spPr>
              <a:xfrm>
                <a:off x="279090" y="1857312"/>
                <a:ext cx="2046956" cy="923293"/>
              </a:xfrm>
              <a:prstGeom prst="roundRect">
                <a:avLst>
                  <a:gd name="adj" fmla="val 6803"/>
                </a:avLst>
              </a:prstGeom>
              <a:noFill/>
              <a:ln w="25400" cap="flat">
                <a:solidFill>
                  <a:srgbClr val="262626">
                    <a:alpha val="100000"/>
                  </a:srgbClr>
                </a:solidFill>
                <a:prstDash val="solid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3200" dirty="0"/>
              </a:p>
            </p:txBody>
          </p:sp>
        </p:grpSp>
        <p:grpSp>
          <p:nvGrpSpPr>
            <p:cNvPr id="312" name="组合 311">
              <a:extLst>
                <a:ext uri="{FF2B5EF4-FFF2-40B4-BE49-F238E27FC236}">
                  <a16:creationId xmlns:a16="http://schemas.microsoft.com/office/drawing/2014/main" id="{51ED0DAB-DF41-8263-102D-F0192BB1AA7A}"/>
                </a:ext>
              </a:extLst>
            </p:cNvPr>
            <p:cNvGrpSpPr/>
            <p:nvPr/>
          </p:nvGrpSpPr>
          <p:grpSpPr>
            <a:xfrm>
              <a:off x="6102574" y="418760"/>
              <a:ext cx="2519617" cy="955974"/>
              <a:chOff x="-2809952" y="981874"/>
              <a:chExt cx="2519617" cy="955974"/>
            </a:xfrm>
          </p:grpSpPr>
          <p:sp>
            <p:nvSpPr>
              <p:cNvPr id="292" name="AutoShape 3">
                <a:extLst>
                  <a:ext uri="{FF2B5EF4-FFF2-40B4-BE49-F238E27FC236}">
                    <a16:creationId xmlns:a16="http://schemas.microsoft.com/office/drawing/2014/main" id="{FCD270F7-D1F4-B34B-BA8E-847C6CFB4562}"/>
                  </a:ext>
                </a:extLst>
              </p:cNvPr>
              <p:cNvSpPr/>
              <p:nvPr/>
            </p:nvSpPr>
            <p:spPr>
              <a:xfrm>
                <a:off x="-2715618" y="1070983"/>
                <a:ext cx="2297081" cy="236769"/>
              </a:xfrm>
              <a:prstGeom prst="roundRect">
                <a:avLst>
                  <a:gd name="adj" fmla="val 6034"/>
                </a:avLst>
              </a:prstGeom>
              <a:solidFill>
                <a:srgbClr val="DEE0E3">
                  <a:alpha val="20000"/>
                </a:srgbClr>
              </a:solidFill>
              <a:ln w="25400" cap="flat" cmpd="sng">
                <a:solidFill>
                  <a:srgbClr val="2B2F36">
                    <a:alpha val="20000"/>
                  </a:srgbClr>
                </a:solidFill>
                <a:prstDash val="solid"/>
                <a:round/>
              </a:ln>
            </p:spPr>
            <p:txBody>
              <a:bodyPr lIns="63500" tIns="63500" rIns="63500" bIns="63500" rtlCol="0" anchor="ctr">
                <a:noAutofit/>
              </a:bodyPr>
              <a:lstStyle/>
              <a:p>
                <a:pPr algn="ctr">
                  <a:defRPr/>
                </a:pPr>
                <a:endParaRPr sz="1200" dirty="0"/>
              </a:p>
            </p:txBody>
          </p:sp>
          <p:sp>
            <p:nvSpPr>
              <p:cNvPr id="234" name="AutoShape 29">
                <a:extLst>
                  <a:ext uri="{FF2B5EF4-FFF2-40B4-BE49-F238E27FC236}">
                    <a16:creationId xmlns:a16="http://schemas.microsoft.com/office/drawing/2014/main" id="{C29266F4-FBBF-6819-FE84-B21E8354D189}"/>
                  </a:ext>
                </a:extLst>
              </p:cNvPr>
              <p:cNvSpPr/>
              <p:nvPr/>
            </p:nvSpPr>
            <p:spPr>
              <a:xfrm>
                <a:off x="-2648770" y="1104711"/>
                <a:ext cx="2171826" cy="15847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>
                  <a:lnSpc>
                    <a:spcPct val="125000"/>
                  </a:lnSpc>
                  <a:defRPr/>
                </a:pPr>
                <a:r>
                  <a:rPr lang="en-US" altLang="zh-CN" sz="1000" dirty="0">
                    <a:solidFill>
                      <a:srgbClr val="1F2329"/>
                    </a:solidFill>
                  </a:rPr>
                  <a:t>D1. Runtime state observation</a:t>
                </a:r>
                <a:endParaRPr lang="en-US" sz="1000" dirty="0"/>
              </a:p>
            </p:txBody>
          </p: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95E149D8-A965-CB4A-76B9-B0AEBBAFE347}"/>
                  </a:ext>
                </a:extLst>
              </p:cNvPr>
              <p:cNvGrpSpPr/>
              <p:nvPr/>
            </p:nvGrpSpPr>
            <p:grpSpPr>
              <a:xfrm>
                <a:off x="-2709068" y="1357667"/>
                <a:ext cx="2297081" cy="236767"/>
                <a:chOff x="163717" y="2990396"/>
                <a:chExt cx="1502100" cy="181409"/>
              </a:xfrm>
            </p:grpSpPr>
            <p:sp>
              <p:nvSpPr>
                <p:cNvPr id="225" name="AutoShape 3">
                  <a:extLst>
                    <a:ext uri="{FF2B5EF4-FFF2-40B4-BE49-F238E27FC236}">
                      <a16:creationId xmlns:a16="http://schemas.microsoft.com/office/drawing/2014/main" id="{809C69BD-850D-B1E1-A555-803A7AFC5BA0}"/>
                    </a:ext>
                  </a:extLst>
                </p:cNvPr>
                <p:cNvSpPr/>
                <p:nvPr/>
              </p:nvSpPr>
              <p:spPr>
                <a:xfrm>
                  <a:off x="163717" y="2990396"/>
                  <a:ext cx="1502100" cy="181409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DEE0E3">
                    <a:alpha val="20000"/>
                  </a:srgbClr>
                </a:solidFill>
                <a:ln w="25400" cap="flat" cmpd="sng">
                  <a:solidFill>
                    <a:srgbClr val="2B2F36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1200" dirty="0"/>
                </a:p>
              </p:txBody>
            </p:sp>
            <p:sp>
              <p:nvSpPr>
                <p:cNvPr id="229" name="AutoShape 29">
                  <a:extLst>
                    <a:ext uri="{FF2B5EF4-FFF2-40B4-BE49-F238E27FC236}">
                      <a16:creationId xmlns:a16="http://schemas.microsoft.com/office/drawing/2014/main" id="{5D121CD7-68B9-A1B0-9ADF-54DCF0A4B012}"/>
                    </a:ext>
                  </a:extLst>
                </p:cNvPr>
                <p:cNvSpPr/>
                <p:nvPr/>
              </p:nvSpPr>
              <p:spPr>
                <a:xfrm>
                  <a:off x="195262" y="3004794"/>
                  <a:ext cx="1413589" cy="14578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altLang="zh-CN" sz="1000" dirty="0">
                      <a:solidFill>
                        <a:srgbClr val="1F2329"/>
                      </a:solidFill>
                    </a:rPr>
                    <a:t>D2. Interaction flow tracing</a:t>
                  </a:r>
                  <a:endParaRPr lang="en-US" sz="1000" dirty="0"/>
                </a:p>
              </p:txBody>
            </p:sp>
          </p:grpSp>
          <p:grpSp>
            <p:nvGrpSpPr>
              <p:cNvPr id="165" name="组合 164">
                <a:extLst>
                  <a:ext uri="{FF2B5EF4-FFF2-40B4-BE49-F238E27FC236}">
                    <a16:creationId xmlns:a16="http://schemas.microsoft.com/office/drawing/2014/main" id="{0E9FECF4-54B7-91B3-F1DE-E3746B67237C}"/>
                  </a:ext>
                </a:extLst>
              </p:cNvPr>
              <p:cNvGrpSpPr/>
              <p:nvPr/>
            </p:nvGrpSpPr>
            <p:grpSpPr>
              <a:xfrm>
                <a:off x="-2711499" y="1633858"/>
                <a:ext cx="2377849" cy="236769"/>
                <a:chOff x="164194" y="3220126"/>
                <a:chExt cx="1931783" cy="181409"/>
              </a:xfrm>
            </p:grpSpPr>
            <p:sp>
              <p:nvSpPr>
                <p:cNvPr id="185" name="AutoShape 3">
                  <a:extLst>
                    <a:ext uri="{FF2B5EF4-FFF2-40B4-BE49-F238E27FC236}">
                      <a16:creationId xmlns:a16="http://schemas.microsoft.com/office/drawing/2014/main" id="{68D67C83-E6D9-7C18-6FDA-FC627CEFF7C7}"/>
                    </a:ext>
                  </a:extLst>
                </p:cNvPr>
                <p:cNvSpPr/>
                <p:nvPr/>
              </p:nvSpPr>
              <p:spPr>
                <a:xfrm>
                  <a:off x="164194" y="3220126"/>
                  <a:ext cx="1869923" cy="181409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DEE0E3">
                    <a:alpha val="20000"/>
                  </a:srgbClr>
                </a:solidFill>
                <a:ln w="25400" cap="flat" cmpd="sng">
                  <a:solidFill>
                    <a:srgbClr val="2B2F36">
                      <a:alpha val="20000"/>
                    </a:srgbClr>
                  </a:solidFill>
                  <a:prstDash val="solid"/>
                  <a:round/>
                </a:ln>
              </p:spPr>
              <p:txBody>
                <a:bodyPr lIns="63500" tIns="63500" rIns="63500" bIns="63500" rtlCol="0" anchor="ctr">
                  <a:noAutofit/>
                </a:bodyPr>
                <a:lstStyle/>
                <a:p>
                  <a:pPr algn="ctr">
                    <a:defRPr/>
                  </a:pPr>
                  <a:endParaRPr sz="1200" dirty="0"/>
                </a:p>
              </p:txBody>
            </p:sp>
            <p:sp>
              <p:nvSpPr>
                <p:cNvPr id="220" name="AutoShape 29">
                  <a:extLst>
                    <a:ext uri="{FF2B5EF4-FFF2-40B4-BE49-F238E27FC236}">
                      <a16:creationId xmlns:a16="http://schemas.microsoft.com/office/drawing/2014/main" id="{6210F749-1C03-0F01-2405-FDCA145CF341}"/>
                    </a:ext>
                  </a:extLst>
                </p:cNvPr>
                <p:cNvSpPr/>
                <p:nvPr/>
              </p:nvSpPr>
              <p:spPr>
                <a:xfrm>
                  <a:off x="199891" y="3239391"/>
                  <a:ext cx="1896086" cy="14578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lIns="0" tIns="0" rIns="0" bIns="0" rtlCol="0" anchor="ctr">
                  <a:noAutofit/>
                </a:bodyPr>
                <a:lstStyle/>
                <a:p>
                  <a:pPr>
                    <a:lnSpc>
                      <a:spcPct val="125000"/>
                    </a:lnSpc>
                    <a:defRPr/>
                  </a:pPr>
                  <a:r>
                    <a:rPr lang="en-US" altLang="zh-CN" sz="1000" dirty="0">
                      <a:solidFill>
                        <a:srgbClr val="1F2329"/>
                      </a:solidFill>
                    </a:rPr>
                    <a:t>D3. Heuristic validation of task logic</a:t>
                  </a:r>
                  <a:endParaRPr lang="en-US" sz="1000" dirty="0"/>
                </a:p>
              </p:txBody>
            </p:sp>
          </p:grpSp>
          <p:sp>
            <p:nvSpPr>
              <p:cNvPr id="180" name="AutoShape 11">
                <a:extLst>
                  <a:ext uri="{FF2B5EF4-FFF2-40B4-BE49-F238E27FC236}">
                    <a16:creationId xmlns:a16="http://schemas.microsoft.com/office/drawing/2014/main" id="{F4B0652A-2F8D-3D6E-E8C5-188B3D5AC194}"/>
                  </a:ext>
                </a:extLst>
              </p:cNvPr>
              <p:cNvSpPr/>
              <p:nvPr/>
            </p:nvSpPr>
            <p:spPr>
              <a:xfrm>
                <a:off x="-2809952" y="981874"/>
                <a:ext cx="2519617" cy="955974"/>
              </a:xfrm>
              <a:prstGeom prst="roundRect">
                <a:avLst>
                  <a:gd name="adj" fmla="val 6803"/>
                </a:avLst>
              </a:prstGeom>
              <a:noFill/>
              <a:ln w="25400" cap="flat">
                <a:solidFill>
                  <a:srgbClr val="262626">
                    <a:alpha val="100000"/>
                  </a:srgbClr>
                </a:solidFill>
                <a:prstDash val="solid"/>
              </a:ln>
            </p:spPr>
            <p:txBody>
              <a:bodyPr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sz="3200" dirty="0"/>
              </a:p>
            </p:txBody>
          </p:sp>
        </p:grpSp>
        <p:sp>
          <p:nvSpPr>
            <p:cNvPr id="121" name="AutoShape 14">
              <a:extLst>
                <a:ext uri="{FF2B5EF4-FFF2-40B4-BE49-F238E27FC236}">
                  <a16:creationId xmlns:a16="http://schemas.microsoft.com/office/drawing/2014/main" id="{BB32A9B3-1787-C7DB-42B3-2A8E1AF12064}"/>
                </a:ext>
              </a:extLst>
            </p:cNvPr>
            <p:cNvSpPr/>
            <p:nvPr/>
          </p:nvSpPr>
          <p:spPr>
            <a:xfrm rot="16200000">
              <a:off x="5787452" y="1070819"/>
              <a:ext cx="185575" cy="292495"/>
            </a:xfrm>
            <a:prstGeom prst="downArrow">
              <a:avLst>
                <a:gd name="adj1" fmla="val 50000"/>
                <a:gd name="adj2" fmla="val 5000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1440" tIns="45720" rIns="35559" bIns="45720" rtlCol="0" anchor="ctr">
              <a:noAutofit/>
            </a:bodyPr>
            <a:lstStyle/>
            <a:p>
              <a:pPr algn="ctr">
                <a:defRPr/>
              </a:pPr>
              <a:endParaRPr sz="2628" dirty="0"/>
            </a:p>
          </p:txBody>
        </p:sp>
      </p:grpSp>
      <p:sp>
        <p:nvSpPr>
          <p:cNvPr id="48" name="Arrow: Bent-Up 47">
            <a:extLst>
              <a:ext uri="{FF2B5EF4-FFF2-40B4-BE49-F238E27FC236}">
                <a16:creationId xmlns:a16="http://schemas.microsoft.com/office/drawing/2014/main" id="{20DA77B2-C1C8-4B15-9962-56DD629AB8BD}"/>
              </a:ext>
            </a:extLst>
          </p:cNvPr>
          <p:cNvSpPr/>
          <p:nvPr/>
        </p:nvSpPr>
        <p:spPr>
          <a:xfrm rot="5400000">
            <a:off x="10279041" y="838313"/>
            <a:ext cx="288000" cy="288000"/>
          </a:xfrm>
          <a:prstGeom prst="bentUp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35559" bIns="45720" rtlCol="0" anchor="ctr">
            <a:noAutofit/>
          </a:bodyPr>
          <a:lstStyle/>
          <a:p>
            <a:pPr algn="ctr"/>
            <a:endParaRPr lang="en-HK" sz="262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3851</TotalTime>
  <Words>223</Words>
  <Application>Microsoft Office PowerPoint</Application>
  <PresentationFormat>自定义</PresentationFormat>
  <Paragraphs>94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Noto Sans SC</vt:lpstr>
      <vt:lpstr>微软雅黑</vt:lpstr>
      <vt:lpstr>Arial</vt:lpstr>
      <vt:lpstr>Calibri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Dai Hong Ning, Henry</dc:creator>
  <cp:lastModifiedBy>Zhengyang Zhu</cp:lastModifiedBy>
  <cp:revision>483</cp:revision>
  <cp:lastPrinted>2025-03-04T07:43:22Z</cp:lastPrinted>
  <dcterms:modified xsi:type="dcterms:W3CDTF">2025-09-30T07:50:56Z</dcterms:modified>
</cp:coreProperties>
</file>