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8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ACC32C-63A8-D0FB-E686-EB138667C9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B13004A-FE8D-A762-7D60-766AC7C12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438C2D-3D40-8E39-253D-8BBF3BCFA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E0B8A4-49D5-7C1C-8F54-170B976A9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4A1FA5-75A4-F3D0-F900-C90CD97A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6675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DAC30D-6CF5-311E-3176-113E0AFB3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638096-D900-516E-D62B-8903AF64A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3A314-7DAD-6E0A-D53E-B3E48996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8692E1-9D05-F98A-726B-4F267BD8E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4F5DF5-D2C8-37D0-2E56-ED6DF1804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2748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2D8D24-7993-A54D-8B4F-E75005959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FB4C0C7-ACDA-163F-4FBC-52A0734AF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0B9753-3981-23CE-6FBD-2FE99BC59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5C53E0-3324-E2F0-B2D8-A0FF76A58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C686D-0372-11EE-1EC7-355DFA9EA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732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EEA45-4F3A-0430-B457-5C05EDF68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B79169F-CAB4-DEF6-AA16-0F6203C765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D2FAAB-11B0-24FA-6AB7-CBE10B05F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EA6DCFC-3E8E-4D30-82F9-CE02586C5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39463-AC4D-D46E-332E-21D0A35D9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78F015-D94D-D6EB-CE3A-3F35A78E2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6665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3B7BB0-EB58-B994-BB3D-F3C6546F6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8FD9F1-9ABE-5832-82C0-362848C081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937D6DA-5F0B-C732-87C2-456775933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E21E36F-551A-265B-353C-11B073A6E6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065235-925C-2FD4-3F0C-95A9B146EF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EB82B7-E4F4-EFE9-934B-F020ED74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900F57C-84A7-8655-43C5-82A728A88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C35CC3-292A-732B-60C9-5E7A6E03B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5338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237-EFED-56D9-B2DE-9C9E009B6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2A220D3-33D5-BEC5-C33C-B45001919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EDD709B-BB36-2327-FA4A-660CD7C9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57F246B-ED95-5E87-2BD3-D24236E9D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7702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BFE76FA-11ED-B79A-F6EB-9A3D43C75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9165566-151B-8A5D-7692-9B608ABC1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545270F-6817-84B1-A06F-BE81DBA3C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7888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B9C209-124E-0035-75CB-B303AE7B5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F2A9B5-ED2D-423C-852C-AE5E8243D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B0D1DE-51A5-8BCD-993A-F6C85DCEA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C9F8C21-1F0A-FDFF-82EB-3E64BE29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26A2BD7-78A9-CC2F-DB4E-6326DDD41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AE3ADD3-16B4-DAA4-A4AD-5ECFA5AA5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7591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48939F-771E-CAD7-69FE-04462EF4A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AAF26EF-BF56-8718-59A0-11D947402F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48BEB67-C501-5830-B943-DC812157F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2A4FE0-30D8-9980-3CE6-073E4163F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533631B-AD92-39DB-0B72-97B0072D3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C5D98BC-6F13-EE67-1892-425E2C9E5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0328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DCACEC-8F1F-07C2-421F-54928D06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6D6191-069B-155D-5B21-8AAA5B80AD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3FE5C1-1819-258E-A81A-8C2126E0B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05A78B-414C-95F4-4E82-2319066CA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EA4105-6531-E6E3-FAF4-68F03B623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6423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15CE727-8997-122E-EEB3-9BC46C1AFD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1B0169-21A8-C355-FD6A-D0BA7D3E8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4ADFDD-39D3-2D53-1FAE-A76D23FDC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DC04AB-6930-6937-8274-F539EC357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7DF0F7-29BB-9CEA-4D71-08BFB6945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82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64A7CCC-DE48-02DC-5ACA-E76E12E5E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DF742B-ACA9-EFC3-E259-DD8246862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1A8089-821A-24C9-D003-A23C04873D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58CE45-9DBD-4D14-BA70-6763144596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4D78E9-E464-4DC7-948C-077C98BF9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DBC3D6-6C09-E389-295E-8F901BCD3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FC491-47BA-4749-950F-AA66D64A6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886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8BA7CB44-7076-EEF1-9C90-C22F254D76A5}"/>
              </a:ext>
            </a:extLst>
          </p:cNvPr>
          <p:cNvSpPr/>
          <p:nvPr/>
        </p:nvSpPr>
        <p:spPr>
          <a:xfrm>
            <a:off x="4524021" y="1737179"/>
            <a:ext cx="4436854" cy="158598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200"/>
              </a:lnSpc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Plan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51548A1-51F0-C5CF-98BA-22ACC210F9B5}"/>
              </a:ext>
            </a:extLst>
          </p:cNvPr>
          <p:cNvSpPr/>
          <p:nvPr/>
        </p:nvSpPr>
        <p:spPr>
          <a:xfrm>
            <a:off x="4613888" y="2223236"/>
            <a:ext cx="2634974" cy="932070"/>
          </a:xfrm>
          <a:prstGeom prst="roundRect">
            <a:avLst>
              <a:gd name="adj" fmla="val 12000"/>
            </a:avLst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r>
              <a:rPr lang="en-US" altLang="zh-CN" sz="2000" b="1" dirty="0">
                <a:latin typeface="Consolas" panose="020B0609020204030204" pitchFamily="49" charset="0"/>
                <a:cs typeface="Times New Roman" panose="02020603050405020304" pitchFamily="18" charset="0"/>
              </a:rPr>
              <a:t>Task Unit</a:t>
            </a:r>
            <a:endParaRPr lang="zh-CN" altLang="en-US" sz="20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80A9474-2AFA-4DF9-6DB2-06F9A0435772}"/>
              </a:ext>
            </a:extLst>
          </p:cNvPr>
          <p:cNvSpPr/>
          <p:nvPr/>
        </p:nvSpPr>
        <p:spPr>
          <a:xfrm>
            <a:off x="7348255" y="2223236"/>
            <a:ext cx="321983" cy="932070"/>
          </a:xfrm>
          <a:prstGeom prst="roundRect">
            <a:avLst>
              <a:gd name="adj" fmla="val 12000"/>
            </a:avLst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20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E91B75F-3212-86E4-076B-6D87EA38316D}"/>
              </a:ext>
            </a:extLst>
          </p:cNvPr>
          <p:cNvSpPr/>
          <p:nvPr/>
        </p:nvSpPr>
        <p:spPr>
          <a:xfrm>
            <a:off x="7735605" y="2223236"/>
            <a:ext cx="321983" cy="932070"/>
          </a:xfrm>
          <a:prstGeom prst="roundRect">
            <a:avLst>
              <a:gd name="adj" fmla="val 12000"/>
            </a:avLst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20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19368EA-9806-3B94-5152-1EAC1815703D}"/>
              </a:ext>
            </a:extLst>
          </p:cNvPr>
          <p:cNvSpPr/>
          <p:nvPr/>
        </p:nvSpPr>
        <p:spPr>
          <a:xfrm>
            <a:off x="8136963" y="2223236"/>
            <a:ext cx="321983" cy="932070"/>
          </a:xfrm>
          <a:prstGeom prst="roundRect">
            <a:avLst>
              <a:gd name="adj" fmla="val 12000"/>
            </a:avLst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20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0448361-CE11-8208-8AD8-D72BB5A17D3D}"/>
              </a:ext>
            </a:extLst>
          </p:cNvPr>
          <p:cNvSpPr/>
          <p:nvPr/>
        </p:nvSpPr>
        <p:spPr>
          <a:xfrm>
            <a:off x="8524313" y="2223236"/>
            <a:ext cx="321983" cy="932070"/>
          </a:xfrm>
          <a:prstGeom prst="roundRect">
            <a:avLst>
              <a:gd name="adj" fmla="val 12000"/>
            </a:avLst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20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AA05C51-769C-E026-FC44-96F337E62193}"/>
              </a:ext>
            </a:extLst>
          </p:cNvPr>
          <p:cNvSpPr/>
          <p:nvPr/>
        </p:nvSpPr>
        <p:spPr>
          <a:xfrm>
            <a:off x="4695611" y="2632951"/>
            <a:ext cx="1510745" cy="40419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r>
              <a:rPr lang="en-US" altLang="zh-CN" sz="1600" b="1" dirty="0">
                <a:latin typeface="Consolas" panose="020B0609020204030204" pitchFamily="49" charset="0"/>
                <a:cs typeface="Times New Roman" panose="02020603050405020304" pitchFamily="18" charset="0"/>
              </a:rPr>
              <a:t>Action Unit</a:t>
            </a:r>
            <a:endParaRPr lang="zh-CN" altLang="en-US" sz="16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DB0F00B-4E20-A480-F977-5E6535CD65F9}"/>
              </a:ext>
            </a:extLst>
          </p:cNvPr>
          <p:cNvSpPr/>
          <p:nvPr/>
        </p:nvSpPr>
        <p:spPr>
          <a:xfrm flipH="1">
            <a:off x="6271722" y="2632951"/>
            <a:ext cx="170319" cy="40419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16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9ED37E1E-F52B-07AA-D849-B060861C3C2E}"/>
              </a:ext>
            </a:extLst>
          </p:cNvPr>
          <p:cNvSpPr/>
          <p:nvPr/>
        </p:nvSpPr>
        <p:spPr>
          <a:xfrm flipH="1">
            <a:off x="6489739" y="2632951"/>
            <a:ext cx="170319" cy="40419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16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457EFF1F-C985-C550-F703-692761567E62}"/>
              </a:ext>
            </a:extLst>
          </p:cNvPr>
          <p:cNvSpPr/>
          <p:nvPr/>
        </p:nvSpPr>
        <p:spPr>
          <a:xfrm flipH="1">
            <a:off x="6707756" y="2632951"/>
            <a:ext cx="170319" cy="40419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16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7851BC3-2373-3B43-ED9A-162A52132735}"/>
              </a:ext>
            </a:extLst>
          </p:cNvPr>
          <p:cNvSpPr/>
          <p:nvPr/>
        </p:nvSpPr>
        <p:spPr>
          <a:xfrm flipH="1">
            <a:off x="6925773" y="2632951"/>
            <a:ext cx="170319" cy="40419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>
              <a:lnSpc>
                <a:spcPts val="2000"/>
              </a:lnSpc>
            </a:pPr>
            <a:endParaRPr lang="zh-CN" altLang="en-US" sz="1600" b="1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617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2F004-A0F9-3149-1581-6A49BBE39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9238B527-A1CC-6999-5292-19B24BF39DF7}"/>
              </a:ext>
            </a:extLst>
          </p:cNvPr>
          <p:cNvSpPr/>
          <p:nvPr/>
        </p:nvSpPr>
        <p:spPr>
          <a:xfrm>
            <a:off x="648963" y="1329636"/>
            <a:ext cx="4810934" cy="22815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90BDD6-CE74-B89B-7AB0-A8AF9C18A5E6}"/>
              </a:ext>
            </a:extLst>
          </p:cNvPr>
          <p:cNvSpPr/>
          <p:nvPr/>
        </p:nvSpPr>
        <p:spPr>
          <a:xfrm>
            <a:off x="5886247" y="1247912"/>
            <a:ext cx="1919768" cy="261951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105096C-7100-33B6-10D2-67EF1696D148}"/>
              </a:ext>
            </a:extLst>
          </p:cNvPr>
          <p:cNvSpPr/>
          <p:nvPr/>
        </p:nvSpPr>
        <p:spPr>
          <a:xfrm>
            <a:off x="845952" y="1843013"/>
            <a:ext cx="4436854" cy="158598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BD6A0A5-2ED4-951F-70E1-736D0A1A1F1B}"/>
              </a:ext>
            </a:extLst>
          </p:cNvPr>
          <p:cNvSpPr/>
          <p:nvPr/>
        </p:nvSpPr>
        <p:spPr>
          <a:xfrm>
            <a:off x="935819" y="2329070"/>
            <a:ext cx="2634974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09F201-1A48-2D69-5FFD-3FE747986E75}"/>
              </a:ext>
            </a:extLst>
          </p:cNvPr>
          <p:cNvSpPr/>
          <p:nvPr/>
        </p:nvSpPr>
        <p:spPr>
          <a:xfrm>
            <a:off x="3670186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F87906C-FAC8-8B25-88F4-551A336D19FE}"/>
              </a:ext>
            </a:extLst>
          </p:cNvPr>
          <p:cNvSpPr/>
          <p:nvPr/>
        </p:nvSpPr>
        <p:spPr>
          <a:xfrm>
            <a:off x="4057536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1808AFE-53C8-D136-C565-8BCC058A11A7}"/>
              </a:ext>
            </a:extLst>
          </p:cNvPr>
          <p:cNvSpPr/>
          <p:nvPr/>
        </p:nvSpPr>
        <p:spPr>
          <a:xfrm>
            <a:off x="4458894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1F6A4C9-3473-012E-7F3B-23A9F8B78655}"/>
              </a:ext>
            </a:extLst>
          </p:cNvPr>
          <p:cNvSpPr/>
          <p:nvPr/>
        </p:nvSpPr>
        <p:spPr>
          <a:xfrm>
            <a:off x="4846244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A9837E1-7018-30DA-0164-D055B0B8DE5F}"/>
              </a:ext>
            </a:extLst>
          </p:cNvPr>
          <p:cNvSpPr/>
          <p:nvPr/>
        </p:nvSpPr>
        <p:spPr>
          <a:xfrm>
            <a:off x="1017542" y="2738785"/>
            <a:ext cx="1510745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EDA86CB7-9338-F0F5-8869-D2C38AB6B5D6}"/>
              </a:ext>
            </a:extLst>
          </p:cNvPr>
          <p:cNvSpPr/>
          <p:nvPr/>
        </p:nvSpPr>
        <p:spPr>
          <a:xfrm flipH="1">
            <a:off x="2593653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38185E1-B6A0-B3F4-C180-3531048406D5}"/>
              </a:ext>
            </a:extLst>
          </p:cNvPr>
          <p:cNvSpPr/>
          <p:nvPr/>
        </p:nvSpPr>
        <p:spPr>
          <a:xfrm flipH="1">
            <a:off x="2811670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E7FE2E01-805E-1845-DBBF-2489177C3BA1}"/>
              </a:ext>
            </a:extLst>
          </p:cNvPr>
          <p:cNvSpPr/>
          <p:nvPr/>
        </p:nvSpPr>
        <p:spPr>
          <a:xfrm flipH="1">
            <a:off x="3029687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1E2A4920-BE42-B39C-080E-AB401593C26B}"/>
              </a:ext>
            </a:extLst>
          </p:cNvPr>
          <p:cNvSpPr/>
          <p:nvPr/>
        </p:nvSpPr>
        <p:spPr>
          <a:xfrm flipH="1">
            <a:off x="3247704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EFA6A0C3-8182-4DEC-BF4D-5EB058FED1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071" y="572441"/>
            <a:ext cx="570821" cy="570821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F01C4136-D35E-F8F2-B26D-788F147B1D03}"/>
              </a:ext>
            </a:extLst>
          </p:cNvPr>
          <p:cNvSpPr/>
          <p:nvPr/>
        </p:nvSpPr>
        <p:spPr>
          <a:xfrm>
            <a:off x="4141051" y="4266339"/>
            <a:ext cx="1930146" cy="795529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Action Units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71643EAB-94FB-1594-F01F-7728006C51BE}"/>
              </a:ext>
            </a:extLst>
          </p:cNvPr>
          <p:cNvSpPr/>
          <p:nvPr/>
        </p:nvSpPr>
        <p:spPr>
          <a:xfrm flipH="1">
            <a:off x="4255630" y="455263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9BC7E5A-C466-67A6-D5CE-D10F7601E6EF}"/>
              </a:ext>
            </a:extLst>
          </p:cNvPr>
          <p:cNvSpPr/>
          <p:nvPr/>
        </p:nvSpPr>
        <p:spPr>
          <a:xfrm flipH="1">
            <a:off x="4473647" y="455263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66D623D-F565-0FF0-38B4-8081913359BF}"/>
              </a:ext>
            </a:extLst>
          </p:cNvPr>
          <p:cNvSpPr/>
          <p:nvPr/>
        </p:nvSpPr>
        <p:spPr>
          <a:xfrm flipH="1">
            <a:off x="4691664" y="455263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2F92B2D-EAAD-160F-FBBD-D35FD7DDB791}"/>
              </a:ext>
            </a:extLst>
          </p:cNvPr>
          <p:cNvSpPr/>
          <p:nvPr/>
        </p:nvSpPr>
        <p:spPr>
          <a:xfrm flipH="1">
            <a:off x="4909681" y="455263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56498AAD-8444-90C4-4B87-0D071581594D}"/>
              </a:ext>
            </a:extLst>
          </p:cNvPr>
          <p:cNvSpPr/>
          <p:nvPr/>
        </p:nvSpPr>
        <p:spPr>
          <a:xfrm flipH="1">
            <a:off x="5123492" y="455274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2B52618-E576-5350-8132-B841E61B27BE}"/>
              </a:ext>
            </a:extLst>
          </p:cNvPr>
          <p:cNvSpPr/>
          <p:nvPr/>
        </p:nvSpPr>
        <p:spPr>
          <a:xfrm flipH="1">
            <a:off x="5341509" y="455274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A4956D38-9383-3A17-1827-A96B25786209}"/>
              </a:ext>
            </a:extLst>
          </p:cNvPr>
          <p:cNvSpPr/>
          <p:nvPr/>
        </p:nvSpPr>
        <p:spPr>
          <a:xfrm flipH="1">
            <a:off x="5559526" y="455274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6F71A381-C983-6EDD-D9EB-139E19D6FA79}"/>
              </a:ext>
            </a:extLst>
          </p:cNvPr>
          <p:cNvSpPr/>
          <p:nvPr/>
        </p:nvSpPr>
        <p:spPr>
          <a:xfrm flipH="1">
            <a:off x="5777543" y="4552742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箭头: 下 35">
            <a:extLst>
              <a:ext uri="{FF2B5EF4-FFF2-40B4-BE49-F238E27FC236}">
                <a16:creationId xmlns:a16="http://schemas.microsoft.com/office/drawing/2014/main" id="{7815EB6B-5B9C-DF85-3396-BB710698109E}"/>
              </a:ext>
            </a:extLst>
          </p:cNvPr>
          <p:cNvSpPr/>
          <p:nvPr/>
        </p:nvSpPr>
        <p:spPr>
          <a:xfrm>
            <a:off x="1772914" y="3191256"/>
            <a:ext cx="755373" cy="110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Rectangle: Rounded Corners 169">
            <a:extLst>
              <a:ext uri="{FF2B5EF4-FFF2-40B4-BE49-F238E27FC236}">
                <a16:creationId xmlns:a16="http://schemas.microsoft.com/office/drawing/2014/main" id="{2BD24C5C-BB51-0DE0-5C85-2D245D368096}"/>
              </a:ext>
            </a:extLst>
          </p:cNvPr>
          <p:cNvSpPr/>
          <p:nvPr/>
        </p:nvSpPr>
        <p:spPr>
          <a:xfrm>
            <a:off x="1266548" y="4430646"/>
            <a:ext cx="2165997" cy="411019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defRPr/>
            </a:pPr>
            <a:r>
              <a:rPr lang="en-US" altLang="zh-CN" b="1" kern="0" dirty="0">
                <a:solidFill>
                  <a:prstClr val="black"/>
                </a:solidFill>
                <a:latin typeface="Calibri"/>
                <a:cs typeface="Calibri"/>
              </a:rPr>
              <a:t>Test Plan Parser</a:t>
            </a:r>
            <a:endParaRPr lang="en-HK" altLang="zh-CN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DC2C9D0F-4569-BA1F-2B38-002E65A685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576" y="3713535"/>
            <a:ext cx="614792" cy="614792"/>
          </a:xfrm>
          <a:prstGeom prst="rect">
            <a:avLst/>
          </a:prstGeom>
        </p:spPr>
      </p:pic>
      <p:sp>
        <p:nvSpPr>
          <p:cNvPr id="39" name="矩形 38">
            <a:extLst>
              <a:ext uri="{FF2B5EF4-FFF2-40B4-BE49-F238E27FC236}">
                <a16:creationId xmlns:a16="http://schemas.microsoft.com/office/drawing/2014/main" id="{C573A03F-978D-FBD8-058B-2474D0913791}"/>
              </a:ext>
            </a:extLst>
          </p:cNvPr>
          <p:cNvSpPr/>
          <p:nvPr/>
        </p:nvSpPr>
        <p:spPr>
          <a:xfrm>
            <a:off x="8018915" y="1247911"/>
            <a:ext cx="2722830" cy="261951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: Rounded Corners 169">
            <a:extLst>
              <a:ext uri="{FF2B5EF4-FFF2-40B4-BE49-F238E27FC236}">
                <a16:creationId xmlns:a16="http://schemas.microsoft.com/office/drawing/2014/main" id="{970FD2D5-A91F-4433-BA2F-277C4253046C}"/>
              </a:ext>
            </a:extLst>
          </p:cNvPr>
          <p:cNvSpPr/>
          <p:nvPr/>
        </p:nvSpPr>
        <p:spPr>
          <a:xfrm>
            <a:off x="7388326" y="2636006"/>
            <a:ext cx="1594669" cy="421335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defRPr/>
            </a:pPr>
            <a:r>
              <a:rPr lang="en-US" altLang="zh-CN" b="1" kern="0" dirty="0">
                <a:solidFill>
                  <a:prstClr val="black"/>
                </a:solidFill>
                <a:latin typeface="Calibri"/>
                <a:cs typeface="Calibri"/>
              </a:rPr>
              <a:t>ID Bridger</a:t>
            </a:r>
            <a:endParaRPr lang="en-HK" altLang="zh-CN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pic>
        <p:nvPicPr>
          <p:cNvPr id="41" name="图片 40">
            <a:extLst>
              <a:ext uri="{FF2B5EF4-FFF2-40B4-BE49-F238E27FC236}">
                <a16:creationId xmlns:a16="http://schemas.microsoft.com/office/drawing/2014/main" id="{1AC6BDBC-0A84-1A6E-C08C-9878FB9D3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9980" y="4232065"/>
            <a:ext cx="609600" cy="60960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555824A9-D480-2214-F9B1-D42B4FA3CF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8783" y="4170293"/>
            <a:ext cx="733143" cy="733143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A9F5928A-AD4B-B82A-21D6-E90A0CBAA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857" y="1863094"/>
            <a:ext cx="418575" cy="41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51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黄绿色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24</Words>
  <Application>Microsoft Office PowerPoint</Application>
  <PresentationFormat>宽屏</PresentationFormat>
  <Paragraphs>12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等线 Light</vt:lpstr>
      <vt:lpstr>Arial</vt:lpstr>
      <vt:lpstr>Calibri</vt:lpstr>
      <vt:lpstr>Consolas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Zhengyang Zhu</dc:creator>
  <cp:lastModifiedBy>Zhengyang Zhu</cp:lastModifiedBy>
  <cp:revision>6</cp:revision>
  <dcterms:created xsi:type="dcterms:W3CDTF">2025-11-06T05:16:18Z</dcterms:created>
  <dcterms:modified xsi:type="dcterms:W3CDTF">2025-11-06T08:28:26Z</dcterms:modified>
</cp:coreProperties>
</file>