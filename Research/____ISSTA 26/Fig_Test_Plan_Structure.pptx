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CC32C-63A8-D0FB-E686-EB138667C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13004A-FE8D-A762-7D60-766AC7C12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438C2D-3D40-8E39-253D-8BBF3BCF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E0B8A4-49D5-7C1C-8F54-170B976A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4A1FA5-75A4-F3D0-F900-C90CD97A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675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DAC30D-6CF5-311E-3176-113E0AFB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638096-D900-516E-D62B-8903AF64A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3A314-7DAD-6E0A-D53E-B3E48996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692E1-9D05-F98A-726B-4F267BD8E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4F5DF5-D2C8-37D0-2E56-ED6DF180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74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D8D24-7993-A54D-8B4F-E75005959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B4C0C7-ACDA-163F-4FBC-52A0734AF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0B9753-3981-23CE-6FBD-2FE99BC5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5C53E0-3324-E2F0-B2D8-A0FF76A5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C686D-0372-11EE-1EC7-355DFA9E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32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EEA45-4F3A-0430-B457-5C05EDF6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79169F-CAB4-DEF6-AA16-0F6203C76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D2FAAB-11B0-24FA-6AB7-CBE10B05F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A6DCFC-3E8E-4D30-82F9-CE02586C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39463-AC4D-D46E-332E-21D0A35D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78F015-D94D-D6EB-CE3A-3F35A78E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66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B7BB0-EB58-B994-BB3D-F3C6546F6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8FD9F1-9ABE-5832-82C0-362848C08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37D6DA-5F0B-C732-87C2-456775933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21E36F-551A-265B-353C-11B073A6E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065235-925C-2FD4-3F0C-95A9B146E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EEB82B7-E4F4-EFE9-934B-F020ED74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00F57C-84A7-8655-43C5-82A728A88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C35CC3-292A-732B-60C9-5E7A6E03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33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BC237-EFED-56D9-B2DE-9C9E009B6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A220D3-33D5-BEC5-C33C-B4500191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DD709B-BB36-2327-FA4A-660CD7C9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7F246B-ED95-5E87-2BD3-D24236E9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70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FE76FA-11ED-B79A-F6EB-9A3D43C75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165566-151B-8A5D-7692-9B608ABC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45270F-6817-84B1-A06F-BE81DBA3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88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9C209-124E-0035-75CB-B303AE7B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F2A9B5-ED2D-423C-852C-AE5E8243D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0D1DE-51A5-8BCD-993A-F6C85DCEA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9F8C21-1F0A-FDFF-82EB-3E64BE29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6A2BD7-78A9-CC2F-DB4E-6326DDD4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E3ADD3-16B4-DAA4-A4AD-5ECFA5AA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59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8939F-771E-CAD7-69FE-04462EF4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AF26EF-BF56-8718-59A0-11D947402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8BEB67-C501-5830-B943-DC812157F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2A4FE0-30D8-9980-3CE6-073E4163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33631B-AD92-39DB-0B72-97B0072D3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5D98BC-6F13-EE67-1892-425E2C9E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328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CACEC-8F1F-07C2-421F-54928D06F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6D6191-069B-155D-5B21-8AAA5B80A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3FE5C1-1819-258E-A81A-8C2126E0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05A78B-414C-95F4-4E82-2319066CA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EA4105-6531-E6E3-FAF4-68F03B62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42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5CE727-8997-122E-EEB3-9BC46C1AF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1B0169-21A8-C355-FD6A-D0BA7D3E8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4ADFDD-39D3-2D53-1FAE-A76D23FD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DC04AB-6930-6937-8274-F539EC35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DF0F7-29BB-9CEA-4D71-08BFB694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4A7CCC-DE48-02DC-5ACA-E76E12E5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DF742B-ACA9-EFC3-E259-DD8246862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1A8089-821A-24C9-D003-A23C04873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8CE45-9DBD-4D14-BA70-6763144596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4D78E9-E464-4DC7-948C-077C98BF9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DBC3D6-6C09-E389-295E-8F901BCD3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FC491-47BA-4749-950F-AA66D64A6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88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BA7CB44-7076-EEF1-9C90-C22F254D76A5}"/>
              </a:ext>
            </a:extLst>
          </p:cNvPr>
          <p:cNvSpPr/>
          <p:nvPr/>
        </p:nvSpPr>
        <p:spPr>
          <a:xfrm>
            <a:off x="2465596" y="1873250"/>
            <a:ext cx="4436854" cy="15237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Plan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51548A1-51F0-C5CF-98BA-22ACC210F9B5}"/>
              </a:ext>
            </a:extLst>
          </p:cNvPr>
          <p:cNvSpPr/>
          <p:nvPr/>
        </p:nvSpPr>
        <p:spPr>
          <a:xfrm>
            <a:off x="2555463" y="2297044"/>
            <a:ext cx="2634974" cy="93207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r>
              <a:rPr lang="en-US" altLang="zh-CN" sz="2000" b="1" dirty="0">
                <a:latin typeface="Consolas" panose="020B0609020204030204" pitchFamily="49" charset="0"/>
                <a:cs typeface="Times New Roman" panose="02020603050405020304" pitchFamily="18" charset="0"/>
              </a:rPr>
              <a:t>Task Unit</a:t>
            </a:r>
            <a:endParaRPr lang="zh-CN" altLang="en-US" sz="2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80A9474-2AFA-4DF9-6DB2-06F9A0435772}"/>
              </a:ext>
            </a:extLst>
          </p:cNvPr>
          <p:cNvSpPr/>
          <p:nvPr/>
        </p:nvSpPr>
        <p:spPr>
          <a:xfrm>
            <a:off x="5289830" y="2297044"/>
            <a:ext cx="321983" cy="93207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2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E91B75F-3212-86E4-076B-6D87EA38316D}"/>
              </a:ext>
            </a:extLst>
          </p:cNvPr>
          <p:cNvSpPr/>
          <p:nvPr/>
        </p:nvSpPr>
        <p:spPr>
          <a:xfrm>
            <a:off x="5677180" y="2297044"/>
            <a:ext cx="321983" cy="93207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2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9368EA-9806-3B94-5152-1EAC1815703D}"/>
              </a:ext>
            </a:extLst>
          </p:cNvPr>
          <p:cNvSpPr/>
          <p:nvPr/>
        </p:nvSpPr>
        <p:spPr>
          <a:xfrm>
            <a:off x="6078538" y="2297044"/>
            <a:ext cx="321983" cy="93207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2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0448361-CE11-8208-8AD8-D72BB5A17D3D}"/>
              </a:ext>
            </a:extLst>
          </p:cNvPr>
          <p:cNvSpPr/>
          <p:nvPr/>
        </p:nvSpPr>
        <p:spPr>
          <a:xfrm>
            <a:off x="6465888" y="2297044"/>
            <a:ext cx="321983" cy="93207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2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AA05C51-769C-E026-FC44-96F337E62193}"/>
              </a:ext>
            </a:extLst>
          </p:cNvPr>
          <p:cNvSpPr/>
          <p:nvPr/>
        </p:nvSpPr>
        <p:spPr>
          <a:xfrm>
            <a:off x="2637186" y="2706759"/>
            <a:ext cx="1510745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Times New Roman" panose="02020603050405020304" pitchFamily="18" charset="0"/>
              </a:rPr>
              <a:t>Action Unit</a:t>
            </a: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DB0F00B-4E20-A480-F977-5E6535CD65F9}"/>
              </a:ext>
            </a:extLst>
          </p:cNvPr>
          <p:cNvSpPr/>
          <p:nvPr/>
        </p:nvSpPr>
        <p:spPr>
          <a:xfrm flipH="1">
            <a:off x="4213297" y="2706759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ED37E1E-F52B-07AA-D849-B060861C3C2E}"/>
              </a:ext>
            </a:extLst>
          </p:cNvPr>
          <p:cNvSpPr/>
          <p:nvPr/>
        </p:nvSpPr>
        <p:spPr>
          <a:xfrm flipH="1">
            <a:off x="4431314" y="2706759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57EFF1F-C985-C550-F703-692761567E62}"/>
              </a:ext>
            </a:extLst>
          </p:cNvPr>
          <p:cNvSpPr/>
          <p:nvPr/>
        </p:nvSpPr>
        <p:spPr>
          <a:xfrm flipH="1">
            <a:off x="4649331" y="2706759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7851BC3-2373-3B43-ED9A-162A52132735}"/>
              </a:ext>
            </a:extLst>
          </p:cNvPr>
          <p:cNvSpPr/>
          <p:nvPr/>
        </p:nvSpPr>
        <p:spPr>
          <a:xfrm flipH="1">
            <a:off x="4867348" y="2706759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617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B576-45CB-B2E3-07BE-7B4BB7C3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E03D613-B721-2489-D1CD-1FBC6CC394E7}"/>
              </a:ext>
            </a:extLst>
          </p:cNvPr>
          <p:cNvSpPr/>
          <p:nvPr/>
        </p:nvSpPr>
        <p:spPr>
          <a:xfrm>
            <a:off x="2465596" y="1873250"/>
            <a:ext cx="4436854" cy="152372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Plan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E1A4B8B-BC0F-BB03-B075-E4F0DEF815BD}"/>
              </a:ext>
            </a:extLst>
          </p:cNvPr>
          <p:cNvSpPr/>
          <p:nvPr/>
        </p:nvSpPr>
        <p:spPr>
          <a:xfrm>
            <a:off x="2555463" y="2297044"/>
            <a:ext cx="2634974" cy="93207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r>
              <a:rPr lang="en-US" altLang="zh-CN" sz="2000" b="1" dirty="0">
                <a:latin typeface="Consolas" panose="020B0609020204030204" pitchFamily="49" charset="0"/>
                <a:cs typeface="Times New Roman" panose="02020603050405020304" pitchFamily="18" charset="0"/>
              </a:rPr>
              <a:t>Task Unit</a:t>
            </a:r>
            <a:endParaRPr lang="zh-CN" altLang="en-US" sz="2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FC3616C-7B6E-6417-2F10-102510C8D1EB}"/>
              </a:ext>
            </a:extLst>
          </p:cNvPr>
          <p:cNvSpPr/>
          <p:nvPr/>
        </p:nvSpPr>
        <p:spPr>
          <a:xfrm>
            <a:off x="5289830" y="2297044"/>
            <a:ext cx="321983" cy="93207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2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1D1B204-B9CA-B788-B740-FA231526C707}"/>
              </a:ext>
            </a:extLst>
          </p:cNvPr>
          <p:cNvSpPr/>
          <p:nvPr/>
        </p:nvSpPr>
        <p:spPr>
          <a:xfrm>
            <a:off x="5677180" y="2297044"/>
            <a:ext cx="321983" cy="93207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2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057EC99-C40D-FFCF-4693-CFF53600CC31}"/>
              </a:ext>
            </a:extLst>
          </p:cNvPr>
          <p:cNvSpPr/>
          <p:nvPr/>
        </p:nvSpPr>
        <p:spPr>
          <a:xfrm>
            <a:off x="6078538" y="2297044"/>
            <a:ext cx="321983" cy="93207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2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F856F79-5F8C-3062-655E-61C51AC42F9A}"/>
              </a:ext>
            </a:extLst>
          </p:cNvPr>
          <p:cNvSpPr/>
          <p:nvPr/>
        </p:nvSpPr>
        <p:spPr>
          <a:xfrm>
            <a:off x="6465888" y="2297044"/>
            <a:ext cx="321983" cy="93207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2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14943CA-C592-F6DE-45E0-07A93049D499}"/>
              </a:ext>
            </a:extLst>
          </p:cNvPr>
          <p:cNvSpPr/>
          <p:nvPr/>
        </p:nvSpPr>
        <p:spPr>
          <a:xfrm>
            <a:off x="2637186" y="2706759"/>
            <a:ext cx="1510745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Times New Roman" panose="02020603050405020304" pitchFamily="18" charset="0"/>
              </a:rPr>
              <a:t>Action Unit</a:t>
            </a: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B68E6F6-85DA-5F3B-F8E6-B12A0B95B386}"/>
              </a:ext>
            </a:extLst>
          </p:cNvPr>
          <p:cNvSpPr/>
          <p:nvPr/>
        </p:nvSpPr>
        <p:spPr>
          <a:xfrm flipH="1">
            <a:off x="4213297" y="2706759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946226E-E74D-FD36-A49B-D66DF7AAF22C}"/>
              </a:ext>
            </a:extLst>
          </p:cNvPr>
          <p:cNvSpPr/>
          <p:nvPr/>
        </p:nvSpPr>
        <p:spPr>
          <a:xfrm flipH="1">
            <a:off x="4431314" y="2706759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648DB6C-1F63-9C47-813B-68085A6D490C}"/>
              </a:ext>
            </a:extLst>
          </p:cNvPr>
          <p:cNvSpPr/>
          <p:nvPr/>
        </p:nvSpPr>
        <p:spPr>
          <a:xfrm flipH="1">
            <a:off x="4649331" y="2706759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2A638A8-6817-B87F-94B0-7F7948335056}"/>
              </a:ext>
            </a:extLst>
          </p:cNvPr>
          <p:cNvSpPr/>
          <p:nvPr/>
        </p:nvSpPr>
        <p:spPr>
          <a:xfrm flipH="1">
            <a:off x="4867348" y="2706759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B0EB0A3-E6BD-E7DE-D9BA-6BC747AF539E}"/>
              </a:ext>
            </a:extLst>
          </p:cNvPr>
          <p:cNvSpPr/>
          <p:nvPr/>
        </p:nvSpPr>
        <p:spPr>
          <a:xfrm flipH="1">
            <a:off x="3262676" y="3974481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0AF427-66C6-20B9-E3E9-DB239DB2D33E}"/>
              </a:ext>
            </a:extLst>
          </p:cNvPr>
          <p:cNvSpPr/>
          <p:nvPr/>
        </p:nvSpPr>
        <p:spPr>
          <a:xfrm flipH="1">
            <a:off x="3480693" y="3974481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F5B0962-CF70-9A9D-47FA-01A1D8C2DC26}"/>
              </a:ext>
            </a:extLst>
          </p:cNvPr>
          <p:cNvSpPr/>
          <p:nvPr/>
        </p:nvSpPr>
        <p:spPr>
          <a:xfrm flipH="1">
            <a:off x="3698710" y="3974481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222F800-4BB2-58E9-8ACA-B5BD12961C91}"/>
              </a:ext>
            </a:extLst>
          </p:cNvPr>
          <p:cNvSpPr/>
          <p:nvPr/>
        </p:nvSpPr>
        <p:spPr>
          <a:xfrm flipH="1">
            <a:off x="3916727" y="3974481"/>
            <a:ext cx="170319" cy="40419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ts val="2000"/>
              </a:lnSpc>
            </a:pPr>
            <a:endParaRPr lang="zh-CN" altLang="en-US" sz="16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936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黄绿色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12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Consolas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Zhengyang Zhu</dc:creator>
  <cp:lastModifiedBy>Zhengyang Zhu</cp:lastModifiedBy>
  <cp:revision>2</cp:revision>
  <dcterms:created xsi:type="dcterms:W3CDTF">2025-11-06T05:16:18Z</dcterms:created>
  <dcterms:modified xsi:type="dcterms:W3CDTF">2025-11-06T06:32:21Z</dcterms:modified>
</cp:coreProperties>
</file>