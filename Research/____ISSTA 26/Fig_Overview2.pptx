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81496-E415-B83C-1F2C-FE3C07E5E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048787-3DEF-617F-DA16-D3FFCAF2A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77D86-02ED-F549-B0E1-C60B5EF7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7792EB-C956-2BFD-FE29-0850E0EF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0685C-321A-8FEA-F356-D98D29FB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42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D851F-67CB-79EC-7FB3-6704809C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A50177-BD5E-F7B6-0F9E-9BECA19ED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6A8C8-4CDA-3277-AD2D-C4370227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3C632-B76A-611B-6C67-6AE7C181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5F76B-AAEB-7243-FCF3-F9FEE228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1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322C7-C9EC-CC39-8221-ED2C863C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D94172-FA3A-A129-6C9B-C4B81A6BF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DB9FE-8C3B-4057-D55C-A00ADCA9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24FBF-2C96-866F-8B37-1454A34F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60811-22C2-B30A-E681-2ED0B7B9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B555B-AA5E-0EE3-61B7-5C3FACD9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20843-3224-9483-5166-BCA01F849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D5C302-085D-5FAB-7F73-242D150CC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BB6E55-536F-24E9-942B-18C0273F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B22EA-DC0F-46A8-7099-8D730BC6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6FBAAB-CCFC-CB1A-85CE-5805E2F1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50812-0C9D-AEBA-0EC6-60975412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F36C5-B486-588E-6A16-992F5A71E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894E7B-060B-8B46-316A-408FDE2E4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0DFF9-6F2D-385B-FA9A-E000E448B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425F8B-B88F-DAD4-FF52-82458AD1F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F48ADF-1A54-DEB9-FA08-1136D53B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5590D9-B1F9-5398-6275-001F14F6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3FC156-1CB3-090D-0891-45E60BEB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9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34CDC-6DC5-A0F7-E134-5C514474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6D7BA1-9376-3301-CB9E-281808F2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BCF305-75C5-E867-D75F-882CD652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D2712D-092A-9E93-83A7-80C3AB11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074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1021F1-165B-B682-5A71-03160F00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6F3B04-5EA8-0386-27C8-30DB05A9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97F55-DD1F-DA75-5AAC-08A6ACDC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06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D3CA4-DA62-321D-10AE-BEF3B49C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419A2-18E9-903C-CE9C-BE97652D6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0D3F9A-EF60-4850-3098-33853BE64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A36A5-425E-08A3-925B-0059A776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FC584-A611-6726-06E4-039079F5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BDE01C-AD41-0C82-829A-8221A9D0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9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BF31-A2BA-1FE6-B4AE-6F70A500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889E54-8B63-AE99-68B2-D3896C5CC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D6C7EE-3F5D-78F6-7A24-4ED83C4C7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4093E0-B831-F0A2-B8DA-C1B87E1F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FA0694-6965-A4A0-11B2-1D45E8EA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F71A4-7515-8394-DB08-A2E03CC5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9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44744-0FF5-333B-8976-91398C42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95548B-1F29-F64A-AFAA-58178E2F0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3D7A5-1536-D451-8E9C-4A06B649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BEB0F-E1D1-7187-41BD-8A51848B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44B3A-7E2D-E92C-8E75-AC3575BE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49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A733E4-5B89-1684-90D3-A0F3BB627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195950-6C49-BF8F-3A8F-639427986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4C925-CA63-B8F6-042F-E0FEA78D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416C9-2E5B-3BFE-1539-A2CF2FAE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CEF62-51FE-6C5C-A137-3A728324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7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E72304-7B40-0903-D822-CB27F359D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4AC095-7AD0-18C0-318A-F34513E03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C724F-06BC-053A-9895-E3A9BA128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1AC9F-6FCF-4C29-B97A-73D590DDF46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D6149-200B-8C05-0A73-42242D4EB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7E494-989E-BDA9-EC44-A7E637EAB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4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B624BEE3-3F76-24EC-63C2-D4F0CDC81311}"/>
              </a:ext>
            </a:extLst>
          </p:cNvPr>
          <p:cNvSpPr/>
          <p:nvPr/>
        </p:nvSpPr>
        <p:spPr>
          <a:xfrm>
            <a:off x="648963" y="1329636"/>
            <a:ext cx="4810934" cy="2281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EA00B1C-13E2-A822-3E03-02E63E103491}"/>
              </a:ext>
            </a:extLst>
          </p:cNvPr>
          <p:cNvSpPr/>
          <p:nvPr/>
        </p:nvSpPr>
        <p:spPr>
          <a:xfrm>
            <a:off x="5886247" y="1247912"/>
            <a:ext cx="1919768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3B43F3-CC2D-2265-50C6-9D7592D91DA7}"/>
              </a:ext>
            </a:extLst>
          </p:cNvPr>
          <p:cNvSpPr/>
          <p:nvPr/>
        </p:nvSpPr>
        <p:spPr>
          <a:xfrm>
            <a:off x="845952" y="1843013"/>
            <a:ext cx="4436854" cy="1585987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99CB38">
                  <a:satMod val="103000"/>
                  <a:lumMod val="102000"/>
                  <a:tint val="94000"/>
                </a:srgbClr>
              </a:gs>
              <a:gs pos="50000">
                <a:srgbClr val="99CB38">
                  <a:satMod val="110000"/>
                  <a:lumMod val="100000"/>
                  <a:shade val="100000"/>
                </a:srgbClr>
              </a:gs>
              <a:gs pos="100000">
                <a:srgbClr val="99CB38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4BABB93-14A9-4DB4-FCAA-C4C1C2B7B514}"/>
              </a:ext>
            </a:extLst>
          </p:cNvPr>
          <p:cNvSpPr/>
          <p:nvPr/>
        </p:nvSpPr>
        <p:spPr>
          <a:xfrm>
            <a:off x="935819" y="2329070"/>
            <a:ext cx="2634974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Task Unit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C0AD74C-3376-781B-165A-C98CE3BF065E}"/>
              </a:ext>
            </a:extLst>
          </p:cNvPr>
          <p:cNvSpPr/>
          <p:nvPr/>
        </p:nvSpPr>
        <p:spPr>
          <a:xfrm>
            <a:off x="367018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7DAE44-6B32-59F7-0DAC-81F58C1EA818}"/>
              </a:ext>
            </a:extLst>
          </p:cNvPr>
          <p:cNvSpPr/>
          <p:nvPr/>
        </p:nvSpPr>
        <p:spPr>
          <a:xfrm>
            <a:off x="405753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9CCE48C-F58E-A7A0-A141-7903B7039998}"/>
              </a:ext>
            </a:extLst>
          </p:cNvPr>
          <p:cNvSpPr/>
          <p:nvPr/>
        </p:nvSpPr>
        <p:spPr>
          <a:xfrm>
            <a:off x="445889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26ABC61-E4C5-F763-3A3C-93F39BED3A83}"/>
              </a:ext>
            </a:extLst>
          </p:cNvPr>
          <p:cNvSpPr/>
          <p:nvPr/>
        </p:nvSpPr>
        <p:spPr>
          <a:xfrm>
            <a:off x="484624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D40DCAD-6F57-8EF4-2E13-716C55E8C2E5}"/>
              </a:ext>
            </a:extLst>
          </p:cNvPr>
          <p:cNvSpPr/>
          <p:nvPr/>
        </p:nvSpPr>
        <p:spPr>
          <a:xfrm>
            <a:off x="1017542" y="2738785"/>
            <a:ext cx="1510745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Action Unit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375D1F2-6A94-E51D-692A-805B0D397098}"/>
              </a:ext>
            </a:extLst>
          </p:cNvPr>
          <p:cNvSpPr/>
          <p:nvPr/>
        </p:nvSpPr>
        <p:spPr>
          <a:xfrm flipH="1">
            <a:off x="2593653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D036A25-3159-F7FF-BDAD-54E5C32740C1}"/>
              </a:ext>
            </a:extLst>
          </p:cNvPr>
          <p:cNvSpPr/>
          <p:nvPr/>
        </p:nvSpPr>
        <p:spPr>
          <a:xfrm flipH="1">
            <a:off x="2811670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0DCD5C3-106F-1539-61A6-D1EB29C3A8C3}"/>
              </a:ext>
            </a:extLst>
          </p:cNvPr>
          <p:cNvSpPr/>
          <p:nvPr/>
        </p:nvSpPr>
        <p:spPr>
          <a:xfrm flipH="1">
            <a:off x="3029687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17CDDEF-A9EB-8582-EB6D-73C6BDDE8540}"/>
              </a:ext>
            </a:extLst>
          </p:cNvPr>
          <p:cNvSpPr/>
          <p:nvPr/>
        </p:nvSpPr>
        <p:spPr>
          <a:xfrm flipH="1">
            <a:off x="3247704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A0B6F7F-34DD-CAFA-B74E-32FB3CABD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071" y="572441"/>
            <a:ext cx="570821" cy="570821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CB393A6D-6288-9B67-1DD5-022B29AF3F5B}"/>
              </a:ext>
            </a:extLst>
          </p:cNvPr>
          <p:cNvSpPr/>
          <p:nvPr/>
        </p:nvSpPr>
        <p:spPr>
          <a:xfrm>
            <a:off x="4141051" y="4266339"/>
            <a:ext cx="1930146" cy="795529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Action Units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2EC8686-AA60-CF61-57F9-71B33F9D4C4E}"/>
              </a:ext>
            </a:extLst>
          </p:cNvPr>
          <p:cNvSpPr/>
          <p:nvPr/>
        </p:nvSpPr>
        <p:spPr>
          <a:xfrm flipH="1">
            <a:off x="4255630" y="455263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5AAFD72-B48D-10BC-82FB-A0BACD34F9C7}"/>
              </a:ext>
            </a:extLst>
          </p:cNvPr>
          <p:cNvSpPr/>
          <p:nvPr/>
        </p:nvSpPr>
        <p:spPr>
          <a:xfrm flipH="1">
            <a:off x="4473647" y="455263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BD05722-9E81-9107-CAD6-E6AA9A5A21B5}"/>
              </a:ext>
            </a:extLst>
          </p:cNvPr>
          <p:cNvSpPr/>
          <p:nvPr/>
        </p:nvSpPr>
        <p:spPr>
          <a:xfrm flipH="1">
            <a:off x="4691664" y="455263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DC4FCA4-F5B1-11FF-5F72-D835F71A795B}"/>
              </a:ext>
            </a:extLst>
          </p:cNvPr>
          <p:cNvSpPr/>
          <p:nvPr/>
        </p:nvSpPr>
        <p:spPr>
          <a:xfrm flipH="1">
            <a:off x="4909681" y="455263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945CEB9-5121-E4AC-0B3A-1B62CD5FD53A}"/>
              </a:ext>
            </a:extLst>
          </p:cNvPr>
          <p:cNvSpPr/>
          <p:nvPr/>
        </p:nvSpPr>
        <p:spPr>
          <a:xfrm flipH="1">
            <a:off x="5123492" y="455274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9C2D178-E8F9-4A0D-AFD0-F42748475F75}"/>
              </a:ext>
            </a:extLst>
          </p:cNvPr>
          <p:cNvSpPr/>
          <p:nvPr/>
        </p:nvSpPr>
        <p:spPr>
          <a:xfrm flipH="1">
            <a:off x="5341509" y="455274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AE3A94D-02DF-1DD0-8106-945F3D02BF68}"/>
              </a:ext>
            </a:extLst>
          </p:cNvPr>
          <p:cNvSpPr/>
          <p:nvPr/>
        </p:nvSpPr>
        <p:spPr>
          <a:xfrm flipH="1">
            <a:off x="5559526" y="455274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3FC2FA4-2684-65A6-7DDF-99BDF21CE842}"/>
              </a:ext>
            </a:extLst>
          </p:cNvPr>
          <p:cNvSpPr/>
          <p:nvPr/>
        </p:nvSpPr>
        <p:spPr>
          <a:xfrm flipH="1">
            <a:off x="5777543" y="4552742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A2194F92-5B13-1FCA-ED0D-5B5C9CEB77BB}"/>
              </a:ext>
            </a:extLst>
          </p:cNvPr>
          <p:cNvSpPr/>
          <p:nvPr/>
        </p:nvSpPr>
        <p:spPr>
          <a:xfrm>
            <a:off x="1772914" y="3191256"/>
            <a:ext cx="755373" cy="1101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D0CEB689-82E6-11FA-A91B-8616E6F0A367}"/>
              </a:ext>
            </a:extLst>
          </p:cNvPr>
          <p:cNvSpPr/>
          <p:nvPr/>
        </p:nvSpPr>
        <p:spPr>
          <a:xfrm>
            <a:off x="1266548" y="4430646"/>
            <a:ext cx="2165997" cy="41101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Test Plan Parser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64DA672D-4971-E845-1707-A1E9E8B35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576" y="3713535"/>
            <a:ext cx="614792" cy="614792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297A2967-999E-822B-C6AB-C86F5BD20FF6}"/>
              </a:ext>
            </a:extLst>
          </p:cNvPr>
          <p:cNvSpPr/>
          <p:nvPr/>
        </p:nvSpPr>
        <p:spPr>
          <a:xfrm>
            <a:off x="8018915" y="1247911"/>
            <a:ext cx="2722830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Play Mode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D038F863-32E4-EAE6-F113-614BCEAC0254}"/>
              </a:ext>
            </a:extLst>
          </p:cNvPr>
          <p:cNvSpPr/>
          <p:nvPr/>
        </p:nvSpPr>
        <p:spPr>
          <a:xfrm>
            <a:off x="7388326" y="2636006"/>
            <a:ext cx="1594669" cy="421335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ID Bridger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28CEE18E-FFD3-3C24-3459-0CA6ED1C9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0" y="4232065"/>
            <a:ext cx="609600" cy="6096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FC40CA9C-738D-3876-ACF7-37968F1F65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783" y="4170293"/>
            <a:ext cx="733143" cy="73314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9B530021-2AB5-8084-42CC-4720A03FA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57" y="1863094"/>
            <a:ext cx="418575" cy="418575"/>
          </a:xfrm>
          <a:prstGeom prst="rect">
            <a:avLst/>
          </a:prstGeom>
        </p:spPr>
      </p:pic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F39F5793-EC4E-07F9-6338-19865D819895}"/>
              </a:ext>
            </a:extLst>
          </p:cNvPr>
          <p:cNvSpPr/>
          <p:nvPr/>
        </p:nvSpPr>
        <p:spPr>
          <a:xfrm>
            <a:off x="5542403" y="5268076"/>
            <a:ext cx="4436854" cy="1585987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0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54CF-E55F-BBE5-7CBD-AA52CDB7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A4379EB1-47BB-3A10-81F1-71BB971A7D88}"/>
              </a:ext>
            </a:extLst>
          </p:cNvPr>
          <p:cNvSpPr/>
          <p:nvPr/>
        </p:nvSpPr>
        <p:spPr>
          <a:xfrm>
            <a:off x="648963" y="1329636"/>
            <a:ext cx="4810934" cy="2281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1950D8-F2BB-0C87-5962-29AD32AD6A6B}"/>
              </a:ext>
            </a:extLst>
          </p:cNvPr>
          <p:cNvSpPr/>
          <p:nvPr/>
        </p:nvSpPr>
        <p:spPr>
          <a:xfrm>
            <a:off x="5886247" y="1247912"/>
            <a:ext cx="1919768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A8AD0D5-E3A6-B36B-7065-E0E967B5DB85}"/>
              </a:ext>
            </a:extLst>
          </p:cNvPr>
          <p:cNvSpPr/>
          <p:nvPr/>
        </p:nvSpPr>
        <p:spPr>
          <a:xfrm>
            <a:off x="845952" y="1843013"/>
            <a:ext cx="4436854" cy="1585987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99CB38">
                  <a:satMod val="103000"/>
                  <a:lumMod val="102000"/>
                  <a:tint val="94000"/>
                </a:srgbClr>
              </a:gs>
              <a:gs pos="50000">
                <a:srgbClr val="99CB38">
                  <a:satMod val="110000"/>
                  <a:lumMod val="100000"/>
                  <a:shade val="100000"/>
                </a:srgbClr>
              </a:gs>
              <a:gs pos="100000">
                <a:srgbClr val="99CB38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E1B76F-B7FC-5DDA-7E1A-04C303E296F6}"/>
              </a:ext>
            </a:extLst>
          </p:cNvPr>
          <p:cNvSpPr/>
          <p:nvPr/>
        </p:nvSpPr>
        <p:spPr>
          <a:xfrm>
            <a:off x="935819" y="2329070"/>
            <a:ext cx="2634974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Task Unit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749C226-7CCF-7348-3FD7-63CBF87CD06B}"/>
              </a:ext>
            </a:extLst>
          </p:cNvPr>
          <p:cNvSpPr/>
          <p:nvPr/>
        </p:nvSpPr>
        <p:spPr>
          <a:xfrm>
            <a:off x="367018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3288117-9A6D-1152-D086-1EF56A60624E}"/>
              </a:ext>
            </a:extLst>
          </p:cNvPr>
          <p:cNvSpPr/>
          <p:nvPr/>
        </p:nvSpPr>
        <p:spPr>
          <a:xfrm>
            <a:off x="405753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8147DB4-8D62-BFA8-A695-ACFBF00387FF}"/>
              </a:ext>
            </a:extLst>
          </p:cNvPr>
          <p:cNvSpPr/>
          <p:nvPr/>
        </p:nvSpPr>
        <p:spPr>
          <a:xfrm>
            <a:off x="445889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3461C5-2D3D-4BF5-E264-4613D38C2F28}"/>
              </a:ext>
            </a:extLst>
          </p:cNvPr>
          <p:cNvSpPr/>
          <p:nvPr/>
        </p:nvSpPr>
        <p:spPr>
          <a:xfrm>
            <a:off x="484624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4366ED5-CF0F-FE62-E7C6-C5B996DC407C}"/>
              </a:ext>
            </a:extLst>
          </p:cNvPr>
          <p:cNvSpPr/>
          <p:nvPr/>
        </p:nvSpPr>
        <p:spPr>
          <a:xfrm>
            <a:off x="1017542" y="2738785"/>
            <a:ext cx="1510745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Action Unit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C304834-5901-2E7B-4C42-9CD55B7CBF23}"/>
              </a:ext>
            </a:extLst>
          </p:cNvPr>
          <p:cNvSpPr/>
          <p:nvPr/>
        </p:nvSpPr>
        <p:spPr>
          <a:xfrm flipH="1">
            <a:off x="2593653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FABEEC6-7183-C505-C57B-71FF7061FA9D}"/>
              </a:ext>
            </a:extLst>
          </p:cNvPr>
          <p:cNvSpPr/>
          <p:nvPr/>
        </p:nvSpPr>
        <p:spPr>
          <a:xfrm flipH="1">
            <a:off x="2811670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C8D70C6-10CF-11B8-6720-FBCDED4BD1D5}"/>
              </a:ext>
            </a:extLst>
          </p:cNvPr>
          <p:cNvSpPr/>
          <p:nvPr/>
        </p:nvSpPr>
        <p:spPr>
          <a:xfrm flipH="1">
            <a:off x="3029687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E445D61-6781-C57D-261C-000BE8771747}"/>
              </a:ext>
            </a:extLst>
          </p:cNvPr>
          <p:cNvSpPr/>
          <p:nvPr/>
        </p:nvSpPr>
        <p:spPr>
          <a:xfrm flipH="1">
            <a:off x="3247704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2D7176D-AE9A-6BE3-6156-57D881AC5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87" y="563586"/>
            <a:ext cx="570821" cy="570821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27211CFE-1484-181E-1172-47BAA985BEA9}"/>
              </a:ext>
            </a:extLst>
          </p:cNvPr>
          <p:cNvSpPr/>
          <p:nvPr/>
        </p:nvSpPr>
        <p:spPr>
          <a:xfrm>
            <a:off x="1539201" y="4443683"/>
            <a:ext cx="1930146" cy="795529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Action Units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2379C64-457F-ECB3-8B75-BB6FE76156D8}"/>
              </a:ext>
            </a:extLst>
          </p:cNvPr>
          <p:cNvSpPr/>
          <p:nvPr/>
        </p:nvSpPr>
        <p:spPr>
          <a:xfrm flipH="1">
            <a:off x="1653780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7265BBF-62B0-BEAC-255F-90C7A1B6BC98}"/>
              </a:ext>
            </a:extLst>
          </p:cNvPr>
          <p:cNvSpPr/>
          <p:nvPr/>
        </p:nvSpPr>
        <p:spPr>
          <a:xfrm flipH="1">
            <a:off x="1871797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8860C37-2B61-1675-65CA-52AC6D129668}"/>
              </a:ext>
            </a:extLst>
          </p:cNvPr>
          <p:cNvSpPr/>
          <p:nvPr/>
        </p:nvSpPr>
        <p:spPr>
          <a:xfrm flipH="1">
            <a:off x="2089814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897586A-C300-62AE-30C4-5720A8358B8E}"/>
              </a:ext>
            </a:extLst>
          </p:cNvPr>
          <p:cNvSpPr/>
          <p:nvPr/>
        </p:nvSpPr>
        <p:spPr>
          <a:xfrm flipH="1">
            <a:off x="2307831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9EF1403-F359-C9CD-3909-36BC3806ED8D}"/>
              </a:ext>
            </a:extLst>
          </p:cNvPr>
          <p:cNvSpPr/>
          <p:nvPr/>
        </p:nvSpPr>
        <p:spPr>
          <a:xfrm flipH="1">
            <a:off x="2521642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4FF4BAB-04C5-91D6-F1A7-4014B012F31B}"/>
              </a:ext>
            </a:extLst>
          </p:cNvPr>
          <p:cNvSpPr/>
          <p:nvPr/>
        </p:nvSpPr>
        <p:spPr>
          <a:xfrm flipH="1">
            <a:off x="2739659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9C67831-7BEB-D47B-5639-362A32148EE6}"/>
              </a:ext>
            </a:extLst>
          </p:cNvPr>
          <p:cNvSpPr/>
          <p:nvPr/>
        </p:nvSpPr>
        <p:spPr>
          <a:xfrm flipH="1">
            <a:off x="2957676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F1B19FD-955F-7424-8F4C-CCFF068E3316}"/>
              </a:ext>
            </a:extLst>
          </p:cNvPr>
          <p:cNvSpPr/>
          <p:nvPr/>
        </p:nvSpPr>
        <p:spPr>
          <a:xfrm flipH="1">
            <a:off x="3175693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DC7FF2F9-3924-3B64-334A-58B7632D5217}"/>
              </a:ext>
            </a:extLst>
          </p:cNvPr>
          <p:cNvSpPr/>
          <p:nvPr/>
        </p:nvSpPr>
        <p:spPr>
          <a:xfrm>
            <a:off x="1772914" y="3191256"/>
            <a:ext cx="755373" cy="1101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6FABDFD6-9B43-3F19-7B6A-0D66E74BC98C}"/>
              </a:ext>
            </a:extLst>
          </p:cNvPr>
          <p:cNvSpPr/>
          <p:nvPr/>
        </p:nvSpPr>
        <p:spPr>
          <a:xfrm>
            <a:off x="3104794" y="3838715"/>
            <a:ext cx="2165997" cy="41101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Test Plan Parser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A7A64135-E357-12F9-652F-0A13198A3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274" y="3644766"/>
            <a:ext cx="614792" cy="614792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68398094-D138-52E5-37B7-3532AA4018A5}"/>
              </a:ext>
            </a:extLst>
          </p:cNvPr>
          <p:cNvSpPr/>
          <p:nvPr/>
        </p:nvSpPr>
        <p:spPr>
          <a:xfrm>
            <a:off x="8018915" y="1247911"/>
            <a:ext cx="2722830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Play Mode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11F42C93-1EB6-F74C-D661-660BFF953524}"/>
              </a:ext>
            </a:extLst>
          </p:cNvPr>
          <p:cNvSpPr/>
          <p:nvPr/>
        </p:nvSpPr>
        <p:spPr>
          <a:xfrm>
            <a:off x="7388326" y="2636006"/>
            <a:ext cx="1594669" cy="421335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ID Bridger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670A8054-3777-5771-6650-49E2DFC9B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0" y="4232065"/>
            <a:ext cx="609600" cy="6096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6B536F0-F3F7-D3A2-5C2C-92A8B2872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783" y="4170293"/>
            <a:ext cx="733143" cy="73314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E11CF420-685F-10C6-D94B-B038D23D0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57" y="1863094"/>
            <a:ext cx="418575" cy="41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0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38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Consolas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1</cp:revision>
  <dcterms:created xsi:type="dcterms:W3CDTF">2025-11-06T07:27:59Z</dcterms:created>
  <dcterms:modified xsi:type="dcterms:W3CDTF">2025-11-06T08:28:22Z</dcterms:modified>
</cp:coreProperties>
</file>