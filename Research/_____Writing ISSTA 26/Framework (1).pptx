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60" r:id="rId2"/>
    <p:sldId id="264" r:id="rId3"/>
    <p:sldId id="262" r:id="rId4"/>
  </p:sldIdLst>
  <p:sldSz cx="11520488" cy="5400675"/>
  <p:notesSz cx="6858000" cy="9144000"/>
  <p:defaultTextStyle>
    <a:defPPr>
      <a:defRPr lang="en-US"/>
    </a:defPPr>
    <a:lvl1pPr marL="0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1pPr>
    <a:lvl2pPr marL="326532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2pPr>
    <a:lvl3pPr marL="653064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3pPr>
    <a:lvl4pPr marL="979597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4pPr>
    <a:lvl5pPr marL="1306129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5pPr>
    <a:lvl6pPr marL="1632661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6pPr>
    <a:lvl7pPr marL="1959193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7pPr>
    <a:lvl8pPr marL="2285726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8pPr>
    <a:lvl9pPr marL="2612258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350E"/>
    <a:srgbClr val="D9D9D9"/>
    <a:srgbClr val="F1C10F"/>
    <a:srgbClr val="D5FAB0"/>
    <a:srgbClr val="FFB3AB"/>
    <a:srgbClr val="FF5D5D"/>
    <a:srgbClr val="215F9A"/>
    <a:srgbClr val="DED900"/>
    <a:srgbClr val="F8F2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994E60-3431-FB1B-10AB-1FB26F7FA795}" v="6" dt="2025-11-01T01:45:56.984"/>
    <p1510:client id="{94D2F4BD-F757-8D35-001D-DC42DE975110}" v="405" dt="2025-11-01T02:23:24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340D-BB18-43C5-B973-B590E16C4A3E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42EFF-AE41-4DF2-8E8C-AAF4BA5EEC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786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532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3064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597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6129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661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9193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726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2258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42EFF-AE41-4DF2-8E8C-AAF4BA5EECC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459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13CE7-9412-F379-6B6E-55A721C5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959639-A4E9-8501-EB5B-3F2AF9ECB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0333CD-32E8-D829-C0CB-AECE709F0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B0AD7D-6484-1783-D971-0F2EBA136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42EFF-AE41-4DF2-8E8C-AAF4BA5EECC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241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4B2B-715A-4CF4-8A66-6226B7F7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E4C6B8-9DDE-03C1-4985-1E00512AA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D3B49C-80E4-DBD4-FBFA-DFB4EA4B6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1B13C9-E06F-D37D-448F-3AA63FD65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42EFF-AE41-4DF2-8E8C-AAF4BA5EECC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374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883861"/>
            <a:ext cx="8640366" cy="188023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2836605"/>
            <a:ext cx="8640366" cy="13039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02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42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346421"/>
            <a:ext cx="9936421" cy="224653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3614204"/>
            <a:ext cx="9936421" cy="118139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21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437680"/>
            <a:ext cx="4896207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437680"/>
            <a:ext cx="4896207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6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287538"/>
            <a:ext cx="9936421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323916"/>
            <a:ext cx="4873706" cy="6488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1972747"/>
            <a:ext cx="4873706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8" y="1323916"/>
            <a:ext cx="4897707" cy="6488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8" y="1972747"/>
            <a:ext cx="4897707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025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49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502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360045"/>
            <a:ext cx="3715657" cy="12601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9" y="777599"/>
            <a:ext cx="5832247" cy="38379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620202"/>
            <a:ext cx="3715657" cy="30016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4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360045"/>
            <a:ext cx="3715657" cy="12601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9" y="777599"/>
            <a:ext cx="5832247" cy="383798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620202"/>
            <a:ext cx="3715657" cy="30016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98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05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50" y="287536"/>
            <a:ext cx="2484105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287536"/>
            <a:ext cx="7308310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01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287538"/>
            <a:ext cx="9936421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437680"/>
            <a:ext cx="9936421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5005628"/>
            <a:ext cx="259211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83BD7-E546-4E46-A9A2-05641E7A674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5005628"/>
            <a:ext cx="3888164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5005628"/>
            <a:ext cx="259211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9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0.png"/><Relationship Id="rId3" Type="http://schemas.openxmlformats.org/officeDocument/2006/relationships/image" Target="../media/image1.png"/><Relationship Id="rId21" Type="http://schemas.openxmlformats.org/officeDocument/2006/relationships/image" Target="../media/image15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17.png"/><Relationship Id="rId23" Type="http://schemas.openxmlformats.org/officeDocument/2006/relationships/image" Target="../media/image14.png"/><Relationship Id="rId10" Type="http://schemas.openxmlformats.org/officeDocument/2006/relationships/image" Target="../media/image8.png"/><Relationship Id="rId19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4.png"/><Relationship Id="rId5" Type="http://schemas.openxmlformats.org/officeDocument/2006/relationships/image" Target="../media/image5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25">
            <a:extLst>
              <a:ext uri="{FF2B5EF4-FFF2-40B4-BE49-F238E27FC236}">
                <a16:creationId xmlns:a16="http://schemas.microsoft.com/office/drawing/2014/main" id="{96A0056D-31BD-49DF-B253-651A35138687}"/>
              </a:ext>
            </a:extLst>
          </p:cNvPr>
          <p:cNvSpPr/>
          <p:nvPr/>
        </p:nvSpPr>
        <p:spPr>
          <a:xfrm>
            <a:off x="6219405" y="3311914"/>
            <a:ext cx="1726178" cy="173531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493F501-47F2-4CBF-9466-771CB3E2EE1C}"/>
              </a:ext>
            </a:extLst>
          </p:cNvPr>
          <p:cNvSpPr/>
          <p:nvPr/>
        </p:nvSpPr>
        <p:spPr>
          <a:xfrm>
            <a:off x="4018533" y="3272040"/>
            <a:ext cx="1793873" cy="1775188"/>
          </a:xfrm>
          <a:prstGeom prst="rect">
            <a:avLst/>
          </a:prstGeom>
          <a:solidFill>
            <a:schemeClr val="accent5">
              <a:lumMod val="20000"/>
              <a:lumOff val="80000"/>
              <a:alpha val="37000"/>
            </a:scheme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C9B119EF-F067-43A3-A606-87F729984DDD}"/>
              </a:ext>
            </a:extLst>
          </p:cNvPr>
          <p:cNvSpPr/>
          <p:nvPr/>
        </p:nvSpPr>
        <p:spPr>
          <a:xfrm>
            <a:off x="4474379" y="4711546"/>
            <a:ext cx="1106021" cy="2683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F94153B7-C4F3-463B-A49F-038CEEDCA862}"/>
              </a:ext>
            </a:extLst>
          </p:cNvPr>
          <p:cNvSpPr/>
          <p:nvPr/>
        </p:nvSpPr>
        <p:spPr>
          <a:xfrm>
            <a:off x="4243318" y="4226981"/>
            <a:ext cx="1106021" cy="2683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8BFCE9A-D874-43B6-8A85-7BC8231F642A}"/>
              </a:ext>
            </a:extLst>
          </p:cNvPr>
          <p:cNvSpPr/>
          <p:nvPr/>
        </p:nvSpPr>
        <p:spPr>
          <a:xfrm>
            <a:off x="7082494" y="167837"/>
            <a:ext cx="1601593" cy="1713843"/>
          </a:xfrm>
          <a:prstGeom prst="rect">
            <a:avLst/>
          </a:prstGeom>
          <a:solidFill>
            <a:schemeClr val="accent4">
              <a:lumMod val="20000"/>
              <a:lumOff val="80000"/>
              <a:alpha val="38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15D1C83-A7FE-4C85-AB1A-7C30B77E1F6F}"/>
              </a:ext>
            </a:extLst>
          </p:cNvPr>
          <p:cNvSpPr/>
          <p:nvPr/>
        </p:nvSpPr>
        <p:spPr>
          <a:xfrm>
            <a:off x="7258223" y="884549"/>
            <a:ext cx="1065477" cy="377132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6A2818FF-1ABE-4B28-A693-341B476CB547}"/>
              </a:ext>
            </a:extLst>
          </p:cNvPr>
          <p:cNvSpPr/>
          <p:nvPr/>
        </p:nvSpPr>
        <p:spPr>
          <a:xfrm>
            <a:off x="5438017" y="167837"/>
            <a:ext cx="1531075" cy="1710996"/>
          </a:xfrm>
          <a:prstGeom prst="rect">
            <a:avLst/>
          </a:prstGeom>
          <a:solidFill>
            <a:schemeClr val="accent3">
              <a:lumMod val="20000"/>
              <a:lumOff val="80000"/>
              <a:alpha val="46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33" name="文本框 35">
            <a:extLst>
              <a:ext uri="{FF2B5EF4-FFF2-40B4-BE49-F238E27FC236}">
                <a16:creationId xmlns:a16="http://schemas.microsoft.com/office/drawing/2014/main" id="{CB6B3CF9-4DAA-4E77-BC4C-9521B69C3642}"/>
              </a:ext>
            </a:extLst>
          </p:cNvPr>
          <p:cNvSpPr txBox="1"/>
          <p:nvPr/>
        </p:nvSpPr>
        <p:spPr>
          <a:xfrm>
            <a:off x="105503" y="2075932"/>
            <a:ext cx="1215122" cy="453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 </a:t>
            </a:r>
          </a:p>
          <a:p>
            <a:pPr algn="ctr">
              <a:lnSpc>
                <a:spcPts val="1400"/>
              </a:lnSpc>
            </a:pPr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XR Codebases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511C85D-C8F5-4EBE-B108-5B5BD2F35513}"/>
              </a:ext>
            </a:extLst>
          </p:cNvPr>
          <p:cNvGrpSpPr/>
          <p:nvPr/>
        </p:nvGrpSpPr>
        <p:grpSpPr>
          <a:xfrm>
            <a:off x="528644" y="1505951"/>
            <a:ext cx="546253" cy="616515"/>
            <a:chOff x="997218" y="6296400"/>
            <a:chExt cx="645282" cy="691228"/>
          </a:xfrm>
        </p:grpSpPr>
        <p:pic>
          <p:nvPicPr>
            <p:cNvPr id="256" name="Picture 12" descr="Analytic, backup, data, database, server, storage, web icon - Download on Iconfinder">
              <a:extLst>
                <a:ext uri="{FF2B5EF4-FFF2-40B4-BE49-F238E27FC236}">
                  <a16:creationId xmlns:a16="http://schemas.microsoft.com/office/drawing/2014/main" id="{02C2D8BE-A65C-482F-B1BF-83E5750978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218" y="6296400"/>
              <a:ext cx="633984" cy="633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6E4008F0-EA4A-44A4-B518-34E8A6C6184C}"/>
                </a:ext>
              </a:extLst>
            </p:cNvPr>
            <p:cNvSpPr/>
            <p:nvPr/>
          </p:nvSpPr>
          <p:spPr>
            <a:xfrm>
              <a:off x="1366753" y="6673491"/>
              <a:ext cx="267526" cy="3141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258" name="Picture 18" descr="Dev, code, development, programming, web, html icon - Free download">
              <a:extLst>
                <a:ext uri="{FF2B5EF4-FFF2-40B4-BE49-F238E27FC236}">
                  <a16:creationId xmlns:a16="http://schemas.microsoft.com/office/drawing/2014/main" id="{6268A839-EC37-4264-B2A4-EE22DD553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180" y="6708047"/>
              <a:ext cx="274320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99746850-8676-4C9F-A624-D57C32753D87}"/>
              </a:ext>
            </a:extLst>
          </p:cNvPr>
          <p:cNvSpPr/>
          <p:nvPr/>
        </p:nvSpPr>
        <p:spPr>
          <a:xfrm>
            <a:off x="2407901" y="1187091"/>
            <a:ext cx="1434272" cy="326448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UnityDataAnalyzer</a:t>
            </a:r>
            <a:endParaRPr lang="en-HK" sz="12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1" name="图片 393">
            <a:extLst>
              <a:ext uri="{FF2B5EF4-FFF2-40B4-BE49-F238E27FC236}">
                <a16:creationId xmlns:a16="http://schemas.microsoft.com/office/drawing/2014/main" id="{750D7723-1814-4F0F-A889-D455B6994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410" y="1137188"/>
            <a:ext cx="444246" cy="456124"/>
          </a:xfrm>
          <a:prstGeom prst="rect">
            <a:avLst/>
          </a:prstGeom>
        </p:spPr>
      </p:pic>
      <p:pic>
        <p:nvPicPr>
          <p:cNvPr id="272" name="Picture 14" descr="Csharp, file icon - Free download on Iconfinder">
            <a:extLst>
              <a:ext uri="{FF2B5EF4-FFF2-40B4-BE49-F238E27FC236}">
                <a16:creationId xmlns:a16="http://schemas.microsoft.com/office/drawing/2014/main" id="{ACF70455-4FFB-42DD-8080-A579FFB93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987" y="20742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1" name="文本框 107">
            <a:extLst>
              <a:ext uri="{FF2B5EF4-FFF2-40B4-BE49-F238E27FC236}">
                <a16:creationId xmlns:a16="http://schemas.microsoft.com/office/drawing/2014/main" id="{71586A6A-74C9-4EAC-B880-B8465DC23577}"/>
              </a:ext>
            </a:extLst>
          </p:cNvPr>
          <p:cNvSpPr txBox="1"/>
          <p:nvPr/>
        </p:nvSpPr>
        <p:spPr>
          <a:xfrm>
            <a:off x="1396209" y="1547863"/>
            <a:ext cx="1168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 Files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2" name="文本框 114">
            <a:extLst>
              <a:ext uri="{FF2B5EF4-FFF2-40B4-BE49-F238E27FC236}">
                <a16:creationId xmlns:a16="http://schemas.microsoft.com/office/drawing/2014/main" id="{296A568B-4171-4639-B8AA-B5B3A1B7F4BB}"/>
              </a:ext>
            </a:extLst>
          </p:cNvPr>
          <p:cNvSpPr txBox="1"/>
          <p:nvPr/>
        </p:nvSpPr>
        <p:spPr>
          <a:xfrm>
            <a:off x="1341120" y="2533079"/>
            <a:ext cx="1065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 Files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86" name="直接箭头连接符 45">
            <a:extLst>
              <a:ext uri="{FF2B5EF4-FFF2-40B4-BE49-F238E27FC236}">
                <a16:creationId xmlns:a16="http://schemas.microsoft.com/office/drawing/2014/main" id="{37B8FC8E-8B60-4C63-83C8-00CE5735B74E}"/>
              </a:ext>
            </a:extLst>
          </p:cNvPr>
          <p:cNvCxnSpPr>
            <a:cxnSpLocks/>
            <a:endCxn id="271" idx="1"/>
          </p:cNvCxnSpPr>
          <p:nvPr/>
        </p:nvCxnSpPr>
        <p:spPr>
          <a:xfrm flipV="1">
            <a:off x="1098418" y="1365250"/>
            <a:ext cx="546992" cy="507854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45">
            <a:extLst>
              <a:ext uri="{FF2B5EF4-FFF2-40B4-BE49-F238E27FC236}">
                <a16:creationId xmlns:a16="http://schemas.microsoft.com/office/drawing/2014/main" id="{04232AA5-CFF4-4537-970A-E84A23F184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9941" y="1955859"/>
            <a:ext cx="457724" cy="257284"/>
          </a:xfrm>
          <a:prstGeom prst="bentConnector2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文本框 114">
            <a:extLst>
              <a:ext uri="{FF2B5EF4-FFF2-40B4-BE49-F238E27FC236}">
                <a16:creationId xmlns:a16="http://schemas.microsoft.com/office/drawing/2014/main" id="{16C2A39C-ACD5-46DC-B712-9443BEF08B79}"/>
              </a:ext>
            </a:extLst>
          </p:cNvPr>
          <p:cNvSpPr txBox="1"/>
          <p:nvPr/>
        </p:nvSpPr>
        <p:spPr>
          <a:xfrm>
            <a:off x="4009996" y="2102783"/>
            <a:ext cx="1065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JSON Files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2" name="Picture 2" descr="Json file - Free interface icons">
            <a:extLst>
              <a:ext uri="{FF2B5EF4-FFF2-40B4-BE49-F238E27FC236}">
                <a16:creationId xmlns:a16="http://schemas.microsoft.com/office/drawing/2014/main" id="{B7C1B16E-043A-4B95-860F-459FFFD8A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206" y="1657725"/>
            <a:ext cx="427892" cy="42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7" name="直接箭头连接符 101">
            <a:extLst>
              <a:ext uri="{FF2B5EF4-FFF2-40B4-BE49-F238E27FC236}">
                <a16:creationId xmlns:a16="http://schemas.microsoft.com/office/drawing/2014/main" id="{772FB838-9E01-458D-BF86-3A5B34750769}"/>
              </a:ext>
            </a:extLst>
          </p:cNvPr>
          <p:cNvCxnSpPr>
            <a:cxnSpLocks/>
          </p:cNvCxnSpPr>
          <p:nvPr/>
        </p:nvCxnSpPr>
        <p:spPr>
          <a:xfrm>
            <a:off x="4058789" y="1883960"/>
            <a:ext cx="318792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scriptable objects">
            <a:extLst>
              <a:ext uri="{FF2B5EF4-FFF2-40B4-BE49-F238E27FC236}">
                <a16:creationId xmlns:a16="http://schemas.microsoft.com/office/drawing/2014/main" id="{1FD4EED7-23D3-4A3E-B182-6CDAB1157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865" y="454283"/>
            <a:ext cx="895274" cy="5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" name="文本框 114">
            <a:extLst>
              <a:ext uri="{FF2B5EF4-FFF2-40B4-BE49-F238E27FC236}">
                <a16:creationId xmlns:a16="http://schemas.microsoft.com/office/drawing/2014/main" id="{8B45C950-9E7F-4D32-BD01-70F65C3CA595}"/>
              </a:ext>
            </a:extLst>
          </p:cNvPr>
          <p:cNvSpPr txBox="1"/>
          <p:nvPr/>
        </p:nvSpPr>
        <p:spPr>
          <a:xfrm>
            <a:off x="5668963" y="774865"/>
            <a:ext cx="12296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GameObjects</a:t>
            </a:r>
            <a:endParaRPr lang="zh-CN" alt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0" name="文本框 114">
            <a:extLst>
              <a:ext uri="{FF2B5EF4-FFF2-40B4-BE49-F238E27FC236}">
                <a16:creationId xmlns:a16="http://schemas.microsoft.com/office/drawing/2014/main" id="{85C48BA3-B1E5-4193-8845-A8360C178117}"/>
              </a:ext>
            </a:extLst>
          </p:cNvPr>
          <p:cNvSpPr txBox="1"/>
          <p:nvPr/>
        </p:nvSpPr>
        <p:spPr>
          <a:xfrm>
            <a:off x="5673572" y="168876"/>
            <a:ext cx="1229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1" name="Picture 16" descr="scriptable objects">
            <a:extLst>
              <a:ext uri="{FF2B5EF4-FFF2-40B4-BE49-F238E27FC236}">
                <a16:creationId xmlns:a16="http://schemas.microsoft.com/office/drawing/2014/main" id="{A8BBA915-8863-42F1-8E13-AA3353A82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895" y="456365"/>
            <a:ext cx="912121" cy="5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8" descr="Cube Icons - Free SVG &amp; PNG Cube Images - Noun Project">
            <a:extLst>
              <a:ext uri="{FF2B5EF4-FFF2-40B4-BE49-F238E27FC236}">
                <a16:creationId xmlns:a16="http://schemas.microsoft.com/office/drawing/2014/main" id="{0EE04C94-BFCE-4CDC-A48D-040BF6AA0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777" y="1040280"/>
            <a:ext cx="348359" cy="34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5CB22D1E-703F-4D31-83F6-2BBD291C3A01}"/>
              </a:ext>
            </a:extLst>
          </p:cNvPr>
          <p:cNvSpPr/>
          <p:nvPr/>
        </p:nvSpPr>
        <p:spPr>
          <a:xfrm>
            <a:off x="6025559" y="1229658"/>
            <a:ext cx="158786" cy="14955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60" name="Picture 20" descr="Circle-Arrow Icons - Free SVG &amp; PNG Circle-Arrow Images ...">
            <a:extLst>
              <a:ext uri="{FF2B5EF4-FFF2-40B4-BE49-F238E27FC236}">
                <a16:creationId xmlns:a16="http://schemas.microsoft.com/office/drawing/2014/main" id="{C74E697B-8DA4-4E1D-8D18-48FDE929F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337" y="1241204"/>
            <a:ext cx="138008" cy="13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" name="文本框 114">
            <a:extLst>
              <a:ext uri="{FF2B5EF4-FFF2-40B4-BE49-F238E27FC236}">
                <a16:creationId xmlns:a16="http://schemas.microsoft.com/office/drawing/2014/main" id="{45D82498-9DF8-48A9-BAC5-ADFDCDD51379}"/>
              </a:ext>
            </a:extLst>
          </p:cNvPr>
          <p:cNvSpPr txBox="1"/>
          <p:nvPr/>
        </p:nvSpPr>
        <p:spPr>
          <a:xfrm>
            <a:off x="5752915" y="1318894"/>
            <a:ext cx="13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MonoBehaviour Component</a:t>
            </a:r>
            <a:endParaRPr lang="zh-CN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9" name="Picture 14" descr="Csharp, file icon - Free download on Iconfinder">
            <a:extLst>
              <a:ext uri="{FF2B5EF4-FFF2-40B4-BE49-F238E27FC236}">
                <a16:creationId xmlns:a16="http://schemas.microsoft.com/office/drawing/2014/main" id="{58F53D0D-EDC4-4C00-88B3-D8DA0EFF9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364" y="1552937"/>
            <a:ext cx="307777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0" name="文本框 114">
            <a:extLst>
              <a:ext uri="{FF2B5EF4-FFF2-40B4-BE49-F238E27FC236}">
                <a16:creationId xmlns:a16="http://schemas.microsoft.com/office/drawing/2014/main" id="{B74F7F4B-B1D3-4939-8B1F-E6BE207819EB}"/>
              </a:ext>
            </a:extLst>
          </p:cNvPr>
          <p:cNvSpPr txBox="1"/>
          <p:nvPr/>
        </p:nvSpPr>
        <p:spPr>
          <a:xfrm>
            <a:off x="5993377" y="1660881"/>
            <a:ext cx="9121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 Files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1" name="直接箭头连接符 101">
            <a:extLst>
              <a:ext uri="{FF2B5EF4-FFF2-40B4-BE49-F238E27FC236}">
                <a16:creationId xmlns:a16="http://schemas.microsoft.com/office/drawing/2014/main" id="{606C81D9-9508-4E4C-9278-4B4FF32F44A6}"/>
              </a:ext>
            </a:extLst>
          </p:cNvPr>
          <p:cNvCxnSpPr>
            <a:cxnSpLocks/>
          </p:cNvCxnSpPr>
          <p:nvPr/>
        </p:nvCxnSpPr>
        <p:spPr>
          <a:xfrm flipH="1">
            <a:off x="5732702" y="467229"/>
            <a:ext cx="162959" cy="14954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101">
            <a:extLst>
              <a:ext uri="{FF2B5EF4-FFF2-40B4-BE49-F238E27FC236}">
                <a16:creationId xmlns:a16="http://schemas.microsoft.com/office/drawing/2014/main" id="{A9A1A3DA-0B74-44C3-908A-23E395DCA4AA}"/>
              </a:ext>
            </a:extLst>
          </p:cNvPr>
          <p:cNvCxnSpPr>
            <a:cxnSpLocks/>
          </p:cNvCxnSpPr>
          <p:nvPr/>
        </p:nvCxnSpPr>
        <p:spPr>
          <a:xfrm>
            <a:off x="6023325" y="451665"/>
            <a:ext cx="138810" cy="17694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直接箭头连接符 101">
            <a:extLst>
              <a:ext uri="{FF2B5EF4-FFF2-40B4-BE49-F238E27FC236}">
                <a16:creationId xmlns:a16="http://schemas.microsoft.com/office/drawing/2014/main" id="{2CCEBA65-9B32-4C54-9B72-74D4A6167C82}"/>
              </a:ext>
            </a:extLst>
          </p:cNvPr>
          <p:cNvCxnSpPr>
            <a:cxnSpLocks/>
          </p:cNvCxnSpPr>
          <p:nvPr/>
        </p:nvCxnSpPr>
        <p:spPr>
          <a:xfrm flipH="1" flipV="1">
            <a:off x="5813776" y="733364"/>
            <a:ext cx="289492" cy="1726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101">
            <a:extLst>
              <a:ext uri="{FF2B5EF4-FFF2-40B4-BE49-F238E27FC236}">
                <a16:creationId xmlns:a16="http://schemas.microsoft.com/office/drawing/2014/main" id="{599DE66D-B737-46BF-A03E-0CF4C4FE398C}"/>
              </a:ext>
            </a:extLst>
          </p:cNvPr>
          <p:cNvCxnSpPr>
            <a:cxnSpLocks/>
          </p:cNvCxnSpPr>
          <p:nvPr/>
        </p:nvCxnSpPr>
        <p:spPr>
          <a:xfrm flipH="1" flipV="1">
            <a:off x="5639973" y="832942"/>
            <a:ext cx="200713" cy="25308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直接箭头连接符 101">
            <a:extLst>
              <a:ext uri="{FF2B5EF4-FFF2-40B4-BE49-F238E27FC236}">
                <a16:creationId xmlns:a16="http://schemas.microsoft.com/office/drawing/2014/main" id="{410D639B-07A7-45EA-A149-A17AD981B907}"/>
              </a:ext>
            </a:extLst>
          </p:cNvPr>
          <p:cNvCxnSpPr>
            <a:cxnSpLocks/>
          </p:cNvCxnSpPr>
          <p:nvPr/>
        </p:nvCxnSpPr>
        <p:spPr>
          <a:xfrm flipV="1">
            <a:off x="6076829" y="839418"/>
            <a:ext cx="112393" cy="247379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直接箭头连接符 101">
            <a:extLst>
              <a:ext uri="{FF2B5EF4-FFF2-40B4-BE49-F238E27FC236}">
                <a16:creationId xmlns:a16="http://schemas.microsoft.com/office/drawing/2014/main" id="{46F06E86-3AC9-4763-A4C1-C084AD777553}"/>
              </a:ext>
            </a:extLst>
          </p:cNvPr>
          <p:cNvCxnSpPr>
            <a:cxnSpLocks/>
            <a:stCxn id="59" idx="2"/>
            <a:endCxn id="319" idx="0"/>
          </p:cNvCxnSpPr>
          <p:nvPr/>
        </p:nvCxnSpPr>
        <p:spPr>
          <a:xfrm flipH="1">
            <a:off x="5981252" y="1388638"/>
            <a:ext cx="6704" cy="16429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箭头: 右 14">
            <a:extLst>
              <a:ext uri="{FF2B5EF4-FFF2-40B4-BE49-F238E27FC236}">
                <a16:creationId xmlns:a16="http://schemas.microsoft.com/office/drawing/2014/main" id="{D1AF266E-274C-46F7-BEE3-69A92E8030D3}"/>
              </a:ext>
            </a:extLst>
          </p:cNvPr>
          <p:cNvSpPr/>
          <p:nvPr/>
        </p:nvSpPr>
        <p:spPr>
          <a:xfrm rot="2276560">
            <a:off x="6569975" y="2001772"/>
            <a:ext cx="278618" cy="11039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92" name="Picture 22" descr="Topological Sorting - Algorithms for Competitive Programming">
            <a:extLst>
              <a:ext uri="{FF2B5EF4-FFF2-40B4-BE49-F238E27FC236}">
                <a16:creationId xmlns:a16="http://schemas.microsoft.com/office/drawing/2014/main" id="{F008F3B0-CE23-4F0A-A486-F7DEE7565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9505">
            <a:off x="6749745" y="2055263"/>
            <a:ext cx="917731" cy="58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4" name="文本框 114">
            <a:extLst>
              <a:ext uri="{FF2B5EF4-FFF2-40B4-BE49-F238E27FC236}">
                <a16:creationId xmlns:a16="http://schemas.microsoft.com/office/drawing/2014/main" id="{13C45D34-3E08-41A7-AA7B-1D55D9219D8E}"/>
              </a:ext>
            </a:extLst>
          </p:cNvPr>
          <p:cNvSpPr txBox="1"/>
          <p:nvPr/>
        </p:nvSpPr>
        <p:spPr>
          <a:xfrm>
            <a:off x="6068666" y="2361271"/>
            <a:ext cx="9736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Test-oriented Dependency Graph</a:t>
            </a:r>
            <a:r>
              <a:rPr lang="en-HK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(TODG)</a:t>
            </a:r>
            <a:endParaRPr lang="zh-CN" alt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2" name="矩形 165">
            <a:extLst>
              <a:ext uri="{FF2B5EF4-FFF2-40B4-BE49-F238E27FC236}">
                <a16:creationId xmlns:a16="http://schemas.microsoft.com/office/drawing/2014/main" id="{AD0C0CDA-0273-4817-AEF2-41C018AE4C02}"/>
              </a:ext>
            </a:extLst>
          </p:cNvPr>
          <p:cNvSpPr/>
          <p:nvPr/>
        </p:nvSpPr>
        <p:spPr>
          <a:xfrm>
            <a:off x="1317408" y="963249"/>
            <a:ext cx="3626402" cy="1856144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8" name="Rectangle: Rounded Corners 357">
            <a:extLst>
              <a:ext uri="{FF2B5EF4-FFF2-40B4-BE49-F238E27FC236}">
                <a16:creationId xmlns:a16="http://schemas.microsoft.com/office/drawing/2014/main" id="{5F009312-1A73-4CBD-9A8D-67E25046F96C}"/>
              </a:ext>
            </a:extLst>
          </p:cNvPr>
          <p:cNvSpPr/>
          <p:nvPr/>
        </p:nvSpPr>
        <p:spPr>
          <a:xfrm>
            <a:off x="7230988" y="1557233"/>
            <a:ext cx="1101942" cy="2343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>
              <a:lnSpc>
                <a:spcPts val="1400"/>
              </a:lnSpc>
            </a:pPr>
            <a:r>
              <a:rPr lang="en-HK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General LLMs</a:t>
            </a:r>
          </a:p>
        </p:txBody>
      </p:sp>
      <p:pic>
        <p:nvPicPr>
          <p:cNvPr id="359" name="Picture 48" descr="Algorithm, gym, learning, openai, reinforcement, toolkit icon - Download on Iconfinder">
            <a:extLst>
              <a:ext uri="{FF2B5EF4-FFF2-40B4-BE49-F238E27FC236}">
                <a16:creationId xmlns:a16="http://schemas.microsoft.com/office/drawing/2014/main" id="{67552467-ADE1-42E7-8B7E-0C2FC05A5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934" y="1608807"/>
            <a:ext cx="164963" cy="16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4" name="文本框 114">
            <a:extLst>
              <a:ext uri="{FF2B5EF4-FFF2-40B4-BE49-F238E27FC236}">
                <a16:creationId xmlns:a16="http://schemas.microsoft.com/office/drawing/2014/main" id="{B2A8DFBE-48F7-4135-9F3C-165FD3D1121B}"/>
              </a:ext>
            </a:extLst>
          </p:cNvPr>
          <p:cNvSpPr txBox="1"/>
          <p:nvPr/>
        </p:nvSpPr>
        <p:spPr>
          <a:xfrm rot="5400000">
            <a:off x="7548793" y="805643"/>
            <a:ext cx="1981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 Interaction</a:t>
            </a:r>
          </a:p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Mapping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9" name="Picture 36" descr="Test plan icon vector image can be used for software testing | Premium  Vector">
            <a:extLst>
              <a:ext uri="{FF2B5EF4-FFF2-40B4-BE49-F238E27FC236}">
                <a16:creationId xmlns:a16="http://schemas.microsoft.com/office/drawing/2014/main" id="{97023C3C-DF7C-4219-A419-A67019810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1" t="19332" r="26695" b="19334"/>
          <a:stretch/>
        </p:blipFill>
        <p:spPr bwMode="auto">
          <a:xfrm>
            <a:off x="3101981" y="3934167"/>
            <a:ext cx="474356" cy="59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4" name="文本框 114">
            <a:extLst>
              <a:ext uri="{FF2B5EF4-FFF2-40B4-BE49-F238E27FC236}">
                <a16:creationId xmlns:a16="http://schemas.microsoft.com/office/drawing/2014/main" id="{549C9F75-E368-46DB-888C-B724B33CE34C}"/>
              </a:ext>
            </a:extLst>
          </p:cNvPr>
          <p:cNvSpPr txBox="1"/>
          <p:nvPr/>
        </p:nvSpPr>
        <p:spPr>
          <a:xfrm>
            <a:off x="2806421" y="4476022"/>
            <a:ext cx="1065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Test Plans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8" name="直接箭头连接符 101">
            <a:extLst>
              <a:ext uri="{FF2B5EF4-FFF2-40B4-BE49-F238E27FC236}">
                <a16:creationId xmlns:a16="http://schemas.microsoft.com/office/drawing/2014/main" id="{6A0D20CB-4CEE-4541-B2BA-2257EA5FA81B}"/>
              </a:ext>
            </a:extLst>
          </p:cNvPr>
          <p:cNvCxnSpPr>
            <a:cxnSpLocks/>
          </p:cNvCxnSpPr>
          <p:nvPr/>
        </p:nvCxnSpPr>
        <p:spPr>
          <a:xfrm>
            <a:off x="3606064" y="4240219"/>
            <a:ext cx="318792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Picture 2" descr="Json file - Free interface icons">
            <a:extLst>
              <a:ext uri="{FF2B5EF4-FFF2-40B4-BE49-F238E27FC236}">
                <a16:creationId xmlns:a16="http://schemas.microsoft.com/office/drawing/2014/main" id="{1A334588-0A48-4A1F-9843-1E18AF610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4709" y="929040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16" descr="scriptable objects">
            <a:extLst>
              <a:ext uri="{FF2B5EF4-FFF2-40B4-BE49-F238E27FC236}">
                <a16:creationId xmlns:a16="http://schemas.microsoft.com/office/drawing/2014/main" id="{2B2F9D92-4938-4AB0-AC6E-0C1044D703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1" t="13789" r="23903" b="10427"/>
          <a:stretch/>
        </p:blipFill>
        <p:spPr bwMode="auto">
          <a:xfrm>
            <a:off x="7891289" y="940248"/>
            <a:ext cx="441290" cy="33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文本框 114">
            <a:extLst>
              <a:ext uri="{FF2B5EF4-FFF2-40B4-BE49-F238E27FC236}">
                <a16:creationId xmlns:a16="http://schemas.microsoft.com/office/drawing/2014/main" id="{7CB92D27-C19D-4E34-90A0-919D807BC8D3}"/>
              </a:ext>
            </a:extLst>
          </p:cNvPr>
          <p:cNvSpPr txBox="1"/>
          <p:nvPr/>
        </p:nvSpPr>
        <p:spPr>
          <a:xfrm>
            <a:off x="7128435" y="826148"/>
            <a:ext cx="1357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文本框 114">
            <a:extLst>
              <a:ext uri="{FF2B5EF4-FFF2-40B4-BE49-F238E27FC236}">
                <a16:creationId xmlns:a16="http://schemas.microsoft.com/office/drawing/2014/main" id="{BB480410-056A-48F3-84FE-F73C4DC8E46D}"/>
              </a:ext>
            </a:extLst>
          </p:cNvPr>
          <p:cNvSpPr txBox="1"/>
          <p:nvPr/>
        </p:nvSpPr>
        <p:spPr>
          <a:xfrm>
            <a:off x="7770594" y="1275286"/>
            <a:ext cx="6304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10B83665-D0B3-474D-8B46-990B421084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488" y="221959"/>
            <a:ext cx="288202" cy="296127"/>
          </a:xfrm>
          <a:prstGeom prst="rect">
            <a:avLst/>
          </a:prstGeom>
        </p:spPr>
      </p:pic>
      <p:pic>
        <p:nvPicPr>
          <p:cNvPr id="450" name="Picture 449">
            <a:extLst>
              <a:ext uri="{FF2B5EF4-FFF2-40B4-BE49-F238E27FC236}">
                <a16:creationId xmlns:a16="http://schemas.microsoft.com/office/drawing/2014/main" id="{8DC7A49F-E03A-4EA5-ABFB-98661130069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948" y="3825637"/>
            <a:ext cx="313633" cy="313633"/>
          </a:xfrm>
          <a:prstGeom prst="rect">
            <a:avLst/>
          </a:prstGeom>
        </p:spPr>
      </p:pic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8501F165-DA72-435B-ABBF-5085DA621659}"/>
              </a:ext>
            </a:extLst>
          </p:cNvPr>
          <p:cNvSpPr/>
          <p:nvPr/>
        </p:nvSpPr>
        <p:spPr>
          <a:xfrm>
            <a:off x="4183194" y="3513432"/>
            <a:ext cx="1106021" cy="268360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FA310BBF-5483-4799-A5FD-D0F6A2D6E42E}"/>
              </a:ext>
            </a:extLst>
          </p:cNvPr>
          <p:cNvSpPr/>
          <p:nvPr/>
        </p:nvSpPr>
        <p:spPr>
          <a:xfrm>
            <a:off x="4516161" y="3881725"/>
            <a:ext cx="1106021" cy="268361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6" name="Picture 455">
            <a:extLst>
              <a:ext uri="{FF2B5EF4-FFF2-40B4-BE49-F238E27FC236}">
                <a16:creationId xmlns:a16="http://schemas.microsoft.com/office/drawing/2014/main" id="{C8FF12A9-DE15-4646-889A-E5C4E201D3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688" y="3473061"/>
            <a:ext cx="314680" cy="314680"/>
          </a:xfrm>
          <a:prstGeom prst="rect">
            <a:avLst/>
          </a:prstGeom>
        </p:spPr>
      </p:pic>
      <p:sp>
        <p:nvSpPr>
          <p:cNvPr id="159" name="文本框 35">
            <a:extLst>
              <a:ext uri="{FF2B5EF4-FFF2-40B4-BE49-F238E27FC236}">
                <a16:creationId xmlns:a16="http://schemas.microsoft.com/office/drawing/2014/main" id="{E2CED3DD-F219-454C-A1CF-13F6487D2274}"/>
              </a:ext>
            </a:extLst>
          </p:cNvPr>
          <p:cNvSpPr txBox="1"/>
          <p:nvPr/>
        </p:nvSpPr>
        <p:spPr>
          <a:xfrm>
            <a:off x="4128642" y="3522262"/>
            <a:ext cx="1215122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Prompt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0" name="文本框 35">
            <a:extLst>
              <a:ext uri="{FF2B5EF4-FFF2-40B4-BE49-F238E27FC236}">
                <a16:creationId xmlns:a16="http://schemas.microsoft.com/office/drawing/2014/main" id="{2040087C-680F-40E3-8EEB-BF71D1967A00}"/>
              </a:ext>
            </a:extLst>
          </p:cNvPr>
          <p:cNvSpPr txBox="1"/>
          <p:nvPr/>
        </p:nvSpPr>
        <p:spPr>
          <a:xfrm>
            <a:off x="4421334" y="3879256"/>
            <a:ext cx="1326169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 Explanation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451DBC89-88B9-4AF2-A84C-B7F2ADC56F2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033" y="4193508"/>
            <a:ext cx="314680" cy="314680"/>
          </a:xfrm>
          <a:prstGeom prst="rect">
            <a:avLst/>
          </a:prstGeom>
        </p:spPr>
      </p:pic>
      <p:sp>
        <p:nvSpPr>
          <p:cNvPr id="162" name="文本框 35">
            <a:extLst>
              <a:ext uri="{FF2B5EF4-FFF2-40B4-BE49-F238E27FC236}">
                <a16:creationId xmlns:a16="http://schemas.microsoft.com/office/drawing/2014/main" id="{8B66ACAF-764B-4AAB-896D-9F89B4C4D6BA}"/>
              </a:ext>
            </a:extLst>
          </p:cNvPr>
          <p:cNvSpPr txBox="1"/>
          <p:nvPr/>
        </p:nvSpPr>
        <p:spPr>
          <a:xfrm>
            <a:off x="4173611" y="4215127"/>
            <a:ext cx="1326169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Prompt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B272F46D-F922-4EF0-9C74-9D49AECF9E2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084" y="4666274"/>
            <a:ext cx="313633" cy="313633"/>
          </a:xfrm>
          <a:prstGeom prst="rect">
            <a:avLst/>
          </a:prstGeom>
        </p:spPr>
      </p:pic>
      <p:sp>
        <p:nvSpPr>
          <p:cNvPr id="165" name="文本框 35">
            <a:extLst>
              <a:ext uri="{FF2B5EF4-FFF2-40B4-BE49-F238E27FC236}">
                <a16:creationId xmlns:a16="http://schemas.microsoft.com/office/drawing/2014/main" id="{B274E163-3D26-4193-A682-ED29074DE1F9}"/>
              </a:ext>
            </a:extLst>
          </p:cNvPr>
          <p:cNvSpPr txBox="1"/>
          <p:nvPr/>
        </p:nvSpPr>
        <p:spPr>
          <a:xfrm>
            <a:off x="4394184" y="4716047"/>
            <a:ext cx="1215122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Plan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8" name="Picture 457">
            <a:extLst>
              <a:ext uri="{FF2B5EF4-FFF2-40B4-BE49-F238E27FC236}">
                <a16:creationId xmlns:a16="http://schemas.microsoft.com/office/drawing/2014/main" id="{2C31ACF1-B2C9-44D6-9644-F499757C61A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454" y="4519373"/>
            <a:ext cx="170932" cy="170932"/>
          </a:xfrm>
          <a:prstGeom prst="rect">
            <a:avLst/>
          </a:prstGeom>
        </p:spPr>
      </p:pic>
      <p:sp>
        <p:nvSpPr>
          <p:cNvPr id="200" name="矩形 165">
            <a:extLst>
              <a:ext uri="{FF2B5EF4-FFF2-40B4-BE49-F238E27FC236}">
                <a16:creationId xmlns:a16="http://schemas.microsoft.com/office/drawing/2014/main" id="{6799823C-F8DA-4DBF-A870-DC40C0CC7C6F}"/>
              </a:ext>
            </a:extLst>
          </p:cNvPr>
          <p:cNvSpPr/>
          <p:nvPr/>
        </p:nvSpPr>
        <p:spPr>
          <a:xfrm>
            <a:off x="5371470" y="111746"/>
            <a:ext cx="3365481" cy="2803586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2" name="文本框 114">
            <a:extLst>
              <a:ext uri="{FF2B5EF4-FFF2-40B4-BE49-F238E27FC236}">
                <a16:creationId xmlns:a16="http://schemas.microsoft.com/office/drawing/2014/main" id="{351CB68B-EA7E-45CD-8117-D22B4A292F91}"/>
              </a:ext>
            </a:extLst>
          </p:cNvPr>
          <p:cNvSpPr txBox="1"/>
          <p:nvPr/>
        </p:nvSpPr>
        <p:spPr>
          <a:xfrm>
            <a:off x="3977130" y="3222287"/>
            <a:ext cx="1981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Multi-run Conversation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文本框 114">
            <a:extLst>
              <a:ext uri="{FF2B5EF4-FFF2-40B4-BE49-F238E27FC236}">
                <a16:creationId xmlns:a16="http://schemas.microsoft.com/office/drawing/2014/main" id="{3FF423C2-0608-48A6-BFFF-E4B431349A7C}"/>
              </a:ext>
            </a:extLst>
          </p:cNvPr>
          <p:cNvSpPr txBox="1"/>
          <p:nvPr/>
        </p:nvSpPr>
        <p:spPr>
          <a:xfrm rot="5400000">
            <a:off x="5873079" y="852197"/>
            <a:ext cx="1981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Dependency Extraction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箭头: 右 14">
            <a:extLst>
              <a:ext uri="{FF2B5EF4-FFF2-40B4-BE49-F238E27FC236}">
                <a16:creationId xmlns:a16="http://schemas.microsoft.com/office/drawing/2014/main" id="{D6151D60-57DD-436A-848C-0E37DD293CAE}"/>
              </a:ext>
            </a:extLst>
          </p:cNvPr>
          <p:cNvSpPr/>
          <p:nvPr/>
        </p:nvSpPr>
        <p:spPr>
          <a:xfrm rot="8018701">
            <a:off x="7380289" y="1967907"/>
            <a:ext cx="278618" cy="11039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文本框 114">
            <a:extLst>
              <a:ext uri="{FF2B5EF4-FFF2-40B4-BE49-F238E27FC236}">
                <a16:creationId xmlns:a16="http://schemas.microsoft.com/office/drawing/2014/main" id="{91FD139B-6A5D-4082-AA2C-0AB8ED8778C1}"/>
              </a:ext>
            </a:extLst>
          </p:cNvPr>
          <p:cNvSpPr txBox="1"/>
          <p:nvPr/>
        </p:nvSpPr>
        <p:spPr>
          <a:xfrm rot="2181613">
            <a:off x="6170087" y="1988911"/>
            <a:ext cx="67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文本框 114">
            <a:extLst>
              <a:ext uri="{FF2B5EF4-FFF2-40B4-BE49-F238E27FC236}">
                <a16:creationId xmlns:a16="http://schemas.microsoft.com/office/drawing/2014/main" id="{B4A67DEB-250C-47F7-B207-0F9004D5A50F}"/>
              </a:ext>
            </a:extLst>
          </p:cNvPr>
          <p:cNvSpPr txBox="1"/>
          <p:nvPr/>
        </p:nvSpPr>
        <p:spPr>
          <a:xfrm rot="18793947">
            <a:off x="7215134" y="1979355"/>
            <a:ext cx="867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0" name="直接箭头连接符 101">
            <a:extLst>
              <a:ext uri="{FF2B5EF4-FFF2-40B4-BE49-F238E27FC236}">
                <a16:creationId xmlns:a16="http://schemas.microsoft.com/office/drawing/2014/main" id="{D992061E-DC2D-4FE5-811E-3D18020A042C}"/>
              </a:ext>
            </a:extLst>
          </p:cNvPr>
          <p:cNvCxnSpPr>
            <a:cxnSpLocks/>
          </p:cNvCxnSpPr>
          <p:nvPr/>
        </p:nvCxnSpPr>
        <p:spPr>
          <a:xfrm>
            <a:off x="4886990" y="1870271"/>
            <a:ext cx="402224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1">
            <a:extLst>
              <a:ext uri="{FF2B5EF4-FFF2-40B4-BE49-F238E27FC236}">
                <a16:creationId xmlns:a16="http://schemas.microsoft.com/office/drawing/2014/main" id="{31A2F701-4BD1-43E1-9945-D217CA505CA9}"/>
              </a:ext>
            </a:extLst>
          </p:cNvPr>
          <p:cNvCxnSpPr>
            <a:cxnSpLocks/>
          </p:cNvCxnSpPr>
          <p:nvPr/>
        </p:nvCxnSpPr>
        <p:spPr>
          <a:xfrm>
            <a:off x="7134506" y="2689336"/>
            <a:ext cx="0" cy="54460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487A4928-84AE-4849-A880-5A474D0F8406}"/>
              </a:ext>
            </a:extLst>
          </p:cNvPr>
          <p:cNvSpPr/>
          <p:nvPr/>
        </p:nvSpPr>
        <p:spPr>
          <a:xfrm>
            <a:off x="6350973" y="3441007"/>
            <a:ext cx="1463040" cy="366307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4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TODG</a:t>
            </a: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Add symbol - Free ui icons">
            <a:extLst>
              <a:ext uri="{FF2B5EF4-FFF2-40B4-BE49-F238E27FC236}">
                <a16:creationId xmlns:a16="http://schemas.microsoft.com/office/drawing/2014/main" id="{10754DFE-6F33-4828-96DE-FBA004249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928" y="3896781"/>
            <a:ext cx="226499" cy="22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20093B8-0189-45E0-A043-F0734FDBF800}"/>
              </a:ext>
            </a:extLst>
          </p:cNvPr>
          <p:cNvSpPr/>
          <p:nvPr/>
        </p:nvSpPr>
        <p:spPr>
          <a:xfrm>
            <a:off x="6722641" y="4179230"/>
            <a:ext cx="320205" cy="626210"/>
          </a:xfrm>
          <a:prstGeom prst="roundRect">
            <a:avLst/>
          </a:prstGeom>
          <a:solidFill>
            <a:srgbClr val="4594D5"/>
          </a:solidFill>
          <a:ln cap="rnd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597386F2-EAE4-4AAE-A903-370CE8EE0623}"/>
              </a:ext>
            </a:extLst>
          </p:cNvPr>
          <p:cNvSpPr/>
          <p:nvPr/>
        </p:nvSpPr>
        <p:spPr>
          <a:xfrm>
            <a:off x="7084931" y="4177442"/>
            <a:ext cx="404350" cy="290827"/>
          </a:xfrm>
          <a:prstGeom prst="roundRect">
            <a:avLst/>
          </a:prstGeom>
          <a:solidFill>
            <a:srgbClr val="60CED9"/>
          </a:solidFill>
          <a:ln cap="rnd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8DF40C61-8B0B-445E-AAA7-E25523BE52F3}"/>
              </a:ext>
            </a:extLst>
          </p:cNvPr>
          <p:cNvSpPr/>
          <p:nvPr/>
        </p:nvSpPr>
        <p:spPr>
          <a:xfrm>
            <a:off x="7102020" y="4498786"/>
            <a:ext cx="178261" cy="306654"/>
          </a:xfrm>
          <a:prstGeom prst="roundRect">
            <a:avLst/>
          </a:prstGeom>
          <a:solidFill>
            <a:srgbClr val="C63520"/>
          </a:solidFill>
          <a:ln cap="rnd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6F08BD7F-642C-41B8-854B-3E532494DB03}"/>
              </a:ext>
            </a:extLst>
          </p:cNvPr>
          <p:cNvSpPr/>
          <p:nvPr/>
        </p:nvSpPr>
        <p:spPr>
          <a:xfrm>
            <a:off x="7311021" y="4499166"/>
            <a:ext cx="178261" cy="306654"/>
          </a:xfrm>
          <a:prstGeom prst="roundRect">
            <a:avLst/>
          </a:prstGeom>
          <a:solidFill>
            <a:srgbClr val="F2EA57"/>
          </a:solidFill>
          <a:ln cap="rnd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文本框 35">
            <a:extLst>
              <a:ext uri="{FF2B5EF4-FFF2-40B4-BE49-F238E27FC236}">
                <a16:creationId xmlns:a16="http://schemas.microsoft.com/office/drawing/2014/main" id="{664E5BDA-F33D-44FE-9917-782B520FF5BF}"/>
              </a:ext>
            </a:extLst>
          </p:cNvPr>
          <p:cNvSpPr txBox="1"/>
          <p:nvPr/>
        </p:nvSpPr>
        <p:spPr>
          <a:xfrm>
            <a:off x="6220090" y="4772859"/>
            <a:ext cx="1822136" cy="27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Template</a:t>
            </a:r>
          </a:p>
        </p:txBody>
      </p:sp>
      <p:cxnSp>
        <p:nvCxnSpPr>
          <p:cNvPr id="120" name="直接箭头连接符 101">
            <a:extLst>
              <a:ext uri="{FF2B5EF4-FFF2-40B4-BE49-F238E27FC236}">
                <a16:creationId xmlns:a16="http://schemas.microsoft.com/office/drawing/2014/main" id="{A5D02E1C-6AF8-40DE-A03B-320FB34550A5}"/>
              </a:ext>
            </a:extLst>
          </p:cNvPr>
          <p:cNvCxnSpPr>
            <a:cxnSpLocks/>
          </p:cNvCxnSpPr>
          <p:nvPr/>
        </p:nvCxnSpPr>
        <p:spPr>
          <a:xfrm flipH="1">
            <a:off x="5853146" y="4212124"/>
            <a:ext cx="281995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B4492DFA-3CBB-4D3C-AEA4-6EBE8D8D222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092" y="4305441"/>
            <a:ext cx="170932" cy="170932"/>
          </a:xfrm>
          <a:prstGeom prst="rect">
            <a:avLst/>
          </a:prstGeom>
        </p:spPr>
      </p:pic>
      <p:sp>
        <p:nvSpPr>
          <p:cNvPr id="125" name="文本框 35">
            <a:extLst>
              <a:ext uri="{FF2B5EF4-FFF2-40B4-BE49-F238E27FC236}">
                <a16:creationId xmlns:a16="http://schemas.microsoft.com/office/drawing/2014/main" id="{D3103013-0E97-4116-9715-1A239D72A82A}"/>
              </a:ext>
            </a:extLst>
          </p:cNvPr>
          <p:cNvSpPr txBox="1"/>
          <p:nvPr/>
        </p:nvSpPr>
        <p:spPr>
          <a:xfrm>
            <a:off x="5673572" y="3790036"/>
            <a:ext cx="704169" cy="453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Info</a:t>
            </a:r>
          </a:p>
        </p:txBody>
      </p:sp>
      <p:sp>
        <p:nvSpPr>
          <p:cNvPr id="127" name="矩形 165">
            <a:extLst>
              <a:ext uri="{FF2B5EF4-FFF2-40B4-BE49-F238E27FC236}">
                <a16:creationId xmlns:a16="http://schemas.microsoft.com/office/drawing/2014/main" id="{6919C9B5-FF3D-4F20-9625-9B7D22BAAEBC}"/>
              </a:ext>
            </a:extLst>
          </p:cNvPr>
          <p:cNvSpPr/>
          <p:nvPr/>
        </p:nvSpPr>
        <p:spPr>
          <a:xfrm>
            <a:off x="1041738" y="3255367"/>
            <a:ext cx="4117370" cy="1927394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5748CD4B-F38B-4502-8D67-043C714C2E5C}"/>
              </a:ext>
            </a:extLst>
          </p:cNvPr>
          <p:cNvSpPr/>
          <p:nvPr/>
        </p:nvSpPr>
        <p:spPr>
          <a:xfrm>
            <a:off x="7179740" y="192696"/>
            <a:ext cx="1183158" cy="428335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2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箭头: 右 14">
            <a:extLst>
              <a:ext uri="{FF2B5EF4-FFF2-40B4-BE49-F238E27FC236}">
                <a16:creationId xmlns:a16="http://schemas.microsoft.com/office/drawing/2014/main" id="{2A4C3ABD-A77B-4E86-B9D8-81627103872A}"/>
              </a:ext>
            </a:extLst>
          </p:cNvPr>
          <p:cNvSpPr/>
          <p:nvPr/>
        </p:nvSpPr>
        <p:spPr>
          <a:xfrm rot="5400000">
            <a:off x="7664853" y="690657"/>
            <a:ext cx="214028" cy="12614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箭头: 右 14">
            <a:extLst>
              <a:ext uri="{FF2B5EF4-FFF2-40B4-BE49-F238E27FC236}">
                <a16:creationId xmlns:a16="http://schemas.microsoft.com/office/drawing/2014/main" id="{B898176E-1E16-484A-A952-3F003CDE920A}"/>
              </a:ext>
            </a:extLst>
          </p:cNvPr>
          <p:cNvSpPr/>
          <p:nvPr/>
        </p:nvSpPr>
        <p:spPr>
          <a:xfrm rot="5400000">
            <a:off x="7656425" y="1347985"/>
            <a:ext cx="214028" cy="12614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2" name="直接箭头连接符 101">
            <a:extLst>
              <a:ext uri="{FF2B5EF4-FFF2-40B4-BE49-F238E27FC236}">
                <a16:creationId xmlns:a16="http://schemas.microsoft.com/office/drawing/2014/main" id="{E9D3AF39-9B07-4073-A014-2288C901A3D5}"/>
              </a:ext>
            </a:extLst>
          </p:cNvPr>
          <p:cNvCxnSpPr>
            <a:cxnSpLocks/>
          </p:cNvCxnSpPr>
          <p:nvPr/>
        </p:nvCxnSpPr>
        <p:spPr>
          <a:xfrm>
            <a:off x="7618326" y="1086022"/>
            <a:ext cx="346316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文本框 114">
            <a:extLst>
              <a:ext uri="{FF2B5EF4-FFF2-40B4-BE49-F238E27FC236}">
                <a16:creationId xmlns:a16="http://schemas.microsoft.com/office/drawing/2014/main" id="{C2F171D0-D4BC-4315-9E40-CC3504541408}"/>
              </a:ext>
            </a:extLst>
          </p:cNvPr>
          <p:cNvSpPr txBox="1"/>
          <p:nvPr/>
        </p:nvSpPr>
        <p:spPr>
          <a:xfrm>
            <a:off x="6949606" y="2911365"/>
            <a:ext cx="867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6" name="Picture 2" descr="Json file - Free interface icons">
            <a:extLst>
              <a:ext uri="{FF2B5EF4-FFF2-40B4-BE49-F238E27FC236}">
                <a16:creationId xmlns:a16="http://schemas.microsoft.com/office/drawing/2014/main" id="{4504173D-D3B6-4269-AE57-0D9E429FC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001" y="290006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Oval 136">
            <a:extLst>
              <a:ext uri="{FF2B5EF4-FFF2-40B4-BE49-F238E27FC236}">
                <a16:creationId xmlns:a16="http://schemas.microsoft.com/office/drawing/2014/main" id="{98251735-77B4-4662-ABE3-30CFE1078D04}"/>
              </a:ext>
            </a:extLst>
          </p:cNvPr>
          <p:cNvSpPr/>
          <p:nvPr/>
        </p:nvSpPr>
        <p:spPr>
          <a:xfrm>
            <a:off x="7448570" y="376091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5" name="AutoShape 4" descr="Csharp Vector SVG Icon - SVG Repo">
            <a:extLst>
              <a:ext uri="{FF2B5EF4-FFF2-40B4-BE49-F238E27FC236}">
                <a16:creationId xmlns:a16="http://schemas.microsoft.com/office/drawing/2014/main" id="{F0D9B221-96A3-4E66-B632-8ECBD8ED4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7211" y="281287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cxnSp>
        <p:nvCxnSpPr>
          <p:cNvPr id="140" name="直接箭头连接符 101">
            <a:extLst>
              <a:ext uri="{FF2B5EF4-FFF2-40B4-BE49-F238E27FC236}">
                <a16:creationId xmlns:a16="http://schemas.microsoft.com/office/drawing/2014/main" id="{D437B96B-E9D9-4847-A0E3-DB1F8D1CBF98}"/>
              </a:ext>
            </a:extLst>
          </p:cNvPr>
          <p:cNvCxnSpPr>
            <a:cxnSpLocks/>
          </p:cNvCxnSpPr>
          <p:nvPr/>
        </p:nvCxnSpPr>
        <p:spPr>
          <a:xfrm>
            <a:off x="7685257" y="446868"/>
            <a:ext cx="251483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9" name="Picture 2" descr="Json file - Free interface icons">
            <a:extLst>
              <a:ext uri="{FF2B5EF4-FFF2-40B4-BE49-F238E27FC236}">
                <a16:creationId xmlns:a16="http://schemas.microsoft.com/office/drawing/2014/main" id="{ADFB48F1-A84A-4F0D-9891-23E668C4F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134" y="300483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Oval 150">
            <a:extLst>
              <a:ext uri="{FF2B5EF4-FFF2-40B4-BE49-F238E27FC236}">
                <a16:creationId xmlns:a16="http://schemas.microsoft.com/office/drawing/2014/main" id="{0591A848-58D9-4205-A492-87F85CF87434}"/>
              </a:ext>
            </a:extLst>
          </p:cNvPr>
          <p:cNvSpPr/>
          <p:nvPr/>
        </p:nvSpPr>
        <p:spPr>
          <a:xfrm>
            <a:off x="8169405" y="394091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5" name="文本框 114">
            <a:extLst>
              <a:ext uri="{FF2B5EF4-FFF2-40B4-BE49-F238E27FC236}">
                <a16:creationId xmlns:a16="http://schemas.microsoft.com/office/drawing/2014/main" id="{305CCB84-E612-4A1B-9F31-0C376C8EFAB4}"/>
              </a:ext>
            </a:extLst>
          </p:cNvPr>
          <p:cNvSpPr txBox="1"/>
          <p:nvPr/>
        </p:nvSpPr>
        <p:spPr>
          <a:xfrm>
            <a:off x="7118910" y="141632"/>
            <a:ext cx="1357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ScriptAnalyzer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104EBF87-0766-4476-8875-3E7FE8C54E39}"/>
              </a:ext>
            </a:extLst>
          </p:cNvPr>
          <p:cNvSpPr/>
          <p:nvPr/>
        </p:nvSpPr>
        <p:spPr>
          <a:xfrm>
            <a:off x="7485471" y="1041757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67" name="直接箭头连接符 101">
            <a:extLst>
              <a:ext uri="{FF2B5EF4-FFF2-40B4-BE49-F238E27FC236}">
                <a16:creationId xmlns:a16="http://schemas.microsoft.com/office/drawing/2014/main" id="{E50519F0-EEAD-470A-BD25-9D17B7C56BF7}"/>
              </a:ext>
            </a:extLst>
          </p:cNvPr>
          <p:cNvCxnSpPr>
            <a:cxnSpLocks/>
          </p:cNvCxnSpPr>
          <p:nvPr/>
        </p:nvCxnSpPr>
        <p:spPr>
          <a:xfrm>
            <a:off x="2101187" y="1365250"/>
            <a:ext cx="305409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01">
            <a:extLst>
              <a:ext uri="{FF2B5EF4-FFF2-40B4-BE49-F238E27FC236}">
                <a16:creationId xmlns:a16="http://schemas.microsoft.com/office/drawing/2014/main" id="{DB8C5641-7EB0-40D8-89EF-F6B65E9DC5AD}"/>
              </a:ext>
            </a:extLst>
          </p:cNvPr>
          <p:cNvCxnSpPr>
            <a:cxnSpLocks/>
          </p:cNvCxnSpPr>
          <p:nvPr/>
        </p:nvCxnSpPr>
        <p:spPr>
          <a:xfrm>
            <a:off x="2089656" y="2313363"/>
            <a:ext cx="31694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64FA57C7-541E-4F7A-915F-4A7244745F80}"/>
              </a:ext>
            </a:extLst>
          </p:cNvPr>
          <p:cNvSpPr/>
          <p:nvPr/>
        </p:nvSpPr>
        <p:spPr>
          <a:xfrm>
            <a:off x="2407672" y="2103975"/>
            <a:ext cx="1506357" cy="326448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1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CodeStuctureAnalyzer</a:t>
            </a:r>
            <a:endParaRPr lang="en-HK" sz="11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FCCE628-C199-4B83-9D28-612805E66E3B}"/>
              </a:ext>
            </a:extLst>
          </p:cNvPr>
          <p:cNvCxnSpPr>
            <a:cxnSpLocks/>
          </p:cNvCxnSpPr>
          <p:nvPr/>
        </p:nvCxnSpPr>
        <p:spPr>
          <a:xfrm>
            <a:off x="3861193" y="1356883"/>
            <a:ext cx="197597" cy="536676"/>
          </a:xfrm>
          <a:prstGeom prst="bentConnector2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F5999BE-09B6-4F80-9806-C2C22128CC5C}"/>
              </a:ext>
            </a:extLst>
          </p:cNvPr>
          <p:cNvCxnSpPr>
            <a:cxnSpLocks/>
          </p:cNvCxnSpPr>
          <p:nvPr/>
        </p:nvCxnSpPr>
        <p:spPr>
          <a:xfrm flipV="1">
            <a:off x="3913921" y="1892665"/>
            <a:ext cx="144761" cy="37453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6745580E-6138-4A6E-B7C5-DD7761E6A0E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588" y="394666"/>
            <a:ext cx="148324" cy="10150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2E616CC-865C-4E63-9793-9C7FBD4D377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559" y="377616"/>
            <a:ext cx="174799" cy="174799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D4ADFB42-DCB8-47A2-927F-5A7A449CC5E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035" y="1025392"/>
            <a:ext cx="174799" cy="17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7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90BC4-3BB5-14E7-5FCD-D82F3D05E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25">
            <a:extLst>
              <a:ext uri="{FF2B5EF4-FFF2-40B4-BE49-F238E27FC236}">
                <a16:creationId xmlns:a16="http://schemas.microsoft.com/office/drawing/2014/main" id="{ABCEFD89-1F8B-E383-BC04-5FFD8C5AD460}"/>
              </a:ext>
            </a:extLst>
          </p:cNvPr>
          <p:cNvSpPr/>
          <p:nvPr/>
        </p:nvSpPr>
        <p:spPr>
          <a:xfrm>
            <a:off x="2681607" y="1495145"/>
            <a:ext cx="1865990" cy="155809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471" name="Rectangle: Rounded Corners 357">
            <a:extLst>
              <a:ext uri="{FF2B5EF4-FFF2-40B4-BE49-F238E27FC236}">
                <a16:creationId xmlns:a16="http://schemas.microsoft.com/office/drawing/2014/main" id="{7B5F3E7D-547E-F833-D5F8-540CDD0D656A}"/>
              </a:ext>
            </a:extLst>
          </p:cNvPr>
          <p:cNvSpPr/>
          <p:nvPr/>
        </p:nvSpPr>
        <p:spPr>
          <a:xfrm>
            <a:off x="2813980" y="1566588"/>
            <a:ext cx="1567981" cy="9899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>
              <a:lnSpc>
                <a:spcPts val="1400"/>
              </a:lnSpc>
            </a:pPr>
            <a:endParaRPr lang="en-HK" sz="1200">
              <a:solidFill>
                <a:prstClr val="black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" name="矩形 165">
            <a:extLst>
              <a:ext uri="{FF2B5EF4-FFF2-40B4-BE49-F238E27FC236}">
                <a16:creationId xmlns:a16="http://schemas.microsoft.com/office/drawing/2014/main" id="{C78210F6-0F41-1875-20B9-B7C05197ACE5}"/>
              </a:ext>
            </a:extLst>
          </p:cNvPr>
          <p:cNvSpPr/>
          <p:nvPr/>
        </p:nvSpPr>
        <p:spPr>
          <a:xfrm>
            <a:off x="165195" y="1337097"/>
            <a:ext cx="4440687" cy="1822716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0" name="矩形 165">
            <a:extLst>
              <a:ext uri="{FF2B5EF4-FFF2-40B4-BE49-F238E27FC236}">
                <a16:creationId xmlns:a16="http://schemas.microsoft.com/office/drawing/2014/main" id="{0893157E-6DE9-9AB0-326A-1722DAB64E3B}"/>
              </a:ext>
            </a:extLst>
          </p:cNvPr>
          <p:cNvSpPr/>
          <p:nvPr/>
        </p:nvSpPr>
        <p:spPr>
          <a:xfrm>
            <a:off x="5002334" y="96965"/>
            <a:ext cx="3430726" cy="2957693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2" name="矩形 165">
            <a:extLst>
              <a:ext uri="{FF2B5EF4-FFF2-40B4-BE49-F238E27FC236}">
                <a16:creationId xmlns:a16="http://schemas.microsoft.com/office/drawing/2014/main" id="{15F022B3-B651-6D69-4CF7-6A85BF3B83F5}"/>
              </a:ext>
            </a:extLst>
          </p:cNvPr>
          <p:cNvSpPr/>
          <p:nvPr/>
        </p:nvSpPr>
        <p:spPr>
          <a:xfrm>
            <a:off x="148492" y="98981"/>
            <a:ext cx="4441313" cy="1199364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192058B-B7F3-5AF1-BFED-7EE45AFA2D9C}"/>
              </a:ext>
            </a:extLst>
          </p:cNvPr>
          <p:cNvSpPr/>
          <p:nvPr/>
        </p:nvSpPr>
        <p:spPr>
          <a:xfrm>
            <a:off x="6738041" y="345049"/>
            <a:ext cx="1601593" cy="1713843"/>
          </a:xfrm>
          <a:prstGeom prst="rect">
            <a:avLst/>
          </a:prstGeom>
          <a:solidFill>
            <a:schemeClr val="accent4">
              <a:lumMod val="20000"/>
              <a:lumOff val="80000"/>
              <a:alpha val="38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6EE6A25-74F3-8747-6C75-E7B1E8099C8B}"/>
              </a:ext>
            </a:extLst>
          </p:cNvPr>
          <p:cNvSpPr/>
          <p:nvPr/>
        </p:nvSpPr>
        <p:spPr>
          <a:xfrm>
            <a:off x="6913770" y="1061761"/>
            <a:ext cx="1065477" cy="377132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41C77FF0-71DF-C27B-9253-D36420BE01AA}"/>
              </a:ext>
            </a:extLst>
          </p:cNvPr>
          <p:cNvSpPr/>
          <p:nvPr/>
        </p:nvSpPr>
        <p:spPr>
          <a:xfrm>
            <a:off x="5093564" y="345049"/>
            <a:ext cx="1531075" cy="1710996"/>
          </a:xfrm>
          <a:prstGeom prst="rect">
            <a:avLst/>
          </a:prstGeom>
          <a:solidFill>
            <a:schemeClr val="accent3">
              <a:lumMod val="20000"/>
              <a:lumOff val="80000"/>
              <a:alpha val="46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33" name="文本框 35">
            <a:extLst>
              <a:ext uri="{FF2B5EF4-FFF2-40B4-BE49-F238E27FC236}">
                <a16:creationId xmlns:a16="http://schemas.microsoft.com/office/drawing/2014/main" id="{B1D07EBF-68E9-6C8E-470D-569723A385CA}"/>
              </a:ext>
            </a:extLst>
          </p:cNvPr>
          <p:cNvSpPr txBox="1"/>
          <p:nvPr/>
        </p:nvSpPr>
        <p:spPr>
          <a:xfrm>
            <a:off x="0" y="703668"/>
            <a:ext cx="1215122" cy="453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 </a:t>
            </a:r>
          </a:p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XR Codebases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A5D0E8E5-0F84-5C9F-8FAB-3A929E78A818}"/>
              </a:ext>
            </a:extLst>
          </p:cNvPr>
          <p:cNvGrpSpPr/>
          <p:nvPr/>
        </p:nvGrpSpPr>
        <p:grpSpPr>
          <a:xfrm>
            <a:off x="449874" y="428274"/>
            <a:ext cx="373175" cy="349689"/>
            <a:chOff x="997218" y="6296400"/>
            <a:chExt cx="645282" cy="691228"/>
          </a:xfrm>
        </p:grpSpPr>
        <p:pic>
          <p:nvPicPr>
            <p:cNvPr id="256" name="Picture 12" descr="Analytic, backup, data, database, server, storage, web icon - Download on Iconfinder">
              <a:extLst>
                <a:ext uri="{FF2B5EF4-FFF2-40B4-BE49-F238E27FC236}">
                  <a16:creationId xmlns:a16="http://schemas.microsoft.com/office/drawing/2014/main" id="{9A400FB9-FBF7-F798-81BC-9B2E4CFA15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218" y="6296400"/>
              <a:ext cx="633984" cy="633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0126BC3E-38AA-4656-1500-94CC8DC55230}"/>
                </a:ext>
              </a:extLst>
            </p:cNvPr>
            <p:cNvSpPr/>
            <p:nvPr/>
          </p:nvSpPr>
          <p:spPr>
            <a:xfrm>
              <a:off x="1366753" y="6673491"/>
              <a:ext cx="267526" cy="3141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258" name="Picture 18" descr="Dev, code, development, programming, web, html icon - Free download">
              <a:extLst>
                <a:ext uri="{FF2B5EF4-FFF2-40B4-BE49-F238E27FC236}">
                  <a16:creationId xmlns:a16="http://schemas.microsoft.com/office/drawing/2014/main" id="{1E939BCD-FAF3-1937-63E5-DB25CDA5F4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180" y="6708047"/>
              <a:ext cx="274320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64AF419D-E95C-18FD-4906-DCECDA09EAE4}"/>
              </a:ext>
            </a:extLst>
          </p:cNvPr>
          <p:cNvSpPr/>
          <p:nvPr/>
        </p:nvSpPr>
        <p:spPr>
          <a:xfrm>
            <a:off x="2162370" y="332376"/>
            <a:ext cx="1205140" cy="341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Unity Data Analyzer</a:t>
            </a:r>
            <a:endParaRPr lang="en-HK" sz="120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pic>
        <p:nvPicPr>
          <p:cNvPr id="271" name="图片 393">
            <a:extLst>
              <a:ext uri="{FF2B5EF4-FFF2-40B4-BE49-F238E27FC236}">
                <a16:creationId xmlns:a16="http://schemas.microsoft.com/office/drawing/2014/main" id="{11879EFB-FDF2-B100-D1C4-395CA59BE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643" y="236879"/>
            <a:ext cx="295562" cy="303464"/>
          </a:xfrm>
          <a:prstGeom prst="rect">
            <a:avLst/>
          </a:prstGeom>
        </p:spPr>
      </p:pic>
      <p:pic>
        <p:nvPicPr>
          <p:cNvPr id="272" name="Picture 14" descr="Csharp, file icon - Free download on Iconfinder">
            <a:extLst>
              <a:ext uri="{FF2B5EF4-FFF2-40B4-BE49-F238E27FC236}">
                <a16:creationId xmlns:a16="http://schemas.microsoft.com/office/drawing/2014/main" id="{2EB060DD-0C7A-8CC4-F48F-7EC0AD5B0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283" y="857882"/>
            <a:ext cx="316940" cy="316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1" name="文本框 107">
            <a:extLst>
              <a:ext uri="{FF2B5EF4-FFF2-40B4-BE49-F238E27FC236}">
                <a16:creationId xmlns:a16="http://schemas.microsoft.com/office/drawing/2014/main" id="{807A9218-DB61-D16E-889F-F44C5314368F}"/>
              </a:ext>
            </a:extLst>
          </p:cNvPr>
          <p:cNvSpPr txBox="1"/>
          <p:nvPr/>
        </p:nvSpPr>
        <p:spPr>
          <a:xfrm>
            <a:off x="1132838" y="505904"/>
            <a:ext cx="1168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 Files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2" name="文本框 114">
            <a:extLst>
              <a:ext uri="{FF2B5EF4-FFF2-40B4-BE49-F238E27FC236}">
                <a16:creationId xmlns:a16="http://schemas.microsoft.com/office/drawing/2014/main" id="{B3E802AA-71F2-B850-A43A-743C529DE36C}"/>
              </a:ext>
            </a:extLst>
          </p:cNvPr>
          <p:cNvSpPr txBox="1"/>
          <p:nvPr/>
        </p:nvSpPr>
        <p:spPr>
          <a:xfrm>
            <a:off x="1068939" y="1095969"/>
            <a:ext cx="1065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 Files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86" name="直接箭头连接符 45">
            <a:extLst>
              <a:ext uri="{FF2B5EF4-FFF2-40B4-BE49-F238E27FC236}">
                <a16:creationId xmlns:a16="http://schemas.microsoft.com/office/drawing/2014/main" id="{EEA47977-D3DB-0966-DD9B-99853AC152B4}"/>
              </a:ext>
            </a:extLst>
          </p:cNvPr>
          <p:cNvCxnSpPr>
            <a:cxnSpLocks/>
          </p:cNvCxnSpPr>
          <p:nvPr/>
        </p:nvCxnSpPr>
        <p:spPr>
          <a:xfrm flipV="1">
            <a:off x="849950" y="388611"/>
            <a:ext cx="548693" cy="375011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45">
            <a:extLst>
              <a:ext uri="{FF2B5EF4-FFF2-40B4-BE49-F238E27FC236}">
                <a16:creationId xmlns:a16="http://schemas.microsoft.com/office/drawing/2014/main" id="{D3AAAA49-494E-1E3E-933B-F2553BBA33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0804" y="700334"/>
            <a:ext cx="457724" cy="257284"/>
          </a:xfrm>
          <a:prstGeom prst="bentConnector2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文本框 114">
            <a:extLst>
              <a:ext uri="{FF2B5EF4-FFF2-40B4-BE49-F238E27FC236}">
                <a16:creationId xmlns:a16="http://schemas.microsoft.com/office/drawing/2014/main" id="{972EA3E1-F21F-BD07-CA7F-B1F1F5926C13}"/>
              </a:ext>
            </a:extLst>
          </p:cNvPr>
          <p:cNvSpPr txBox="1"/>
          <p:nvPr/>
        </p:nvSpPr>
        <p:spPr>
          <a:xfrm>
            <a:off x="3605269" y="772033"/>
            <a:ext cx="106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JSON Files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2" name="Picture 2" descr="Json file - Free interface icons">
            <a:extLst>
              <a:ext uri="{FF2B5EF4-FFF2-40B4-BE49-F238E27FC236}">
                <a16:creationId xmlns:a16="http://schemas.microsoft.com/office/drawing/2014/main" id="{FD7F7CC1-2853-E791-986C-843FEF891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247" y="402871"/>
            <a:ext cx="427892" cy="42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7" name="直接箭头连接符 101">
            <a:extLst>
              <a:ext uri="{FF2B5EF4-FFF2-40B4-BE49-F238E27FC236}">
                <a16:creationId xmlns:a16="http://schemas.microsoft.com/office/drawing/2014/main" id="{CD231A96-289A-C390-51B0-762A6C9C4D4F}"/>
              </a:ext>
            </a:extLst>
          </p:cNvPr>
          <p:cNvCxnSpPr>
            <a:cxnSpLocks/>
          </p:cNvCxnSpPr>
          <p:nvPr/>
        </p:nvCxnSpPr>
        <p:spPr>
          <a:xfrm>
            <a:off x="3599945" y="703936"/>
            <a:ext cx="318792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scriptable objects">
            <a:extLst>
              <a:ext uri="{FF2B5EF4-FFF2-40B4-BE49-F238E27FC236}">
                <a16:creationId xmlns:a16="http://schemas.microsoft.com/office/drawing/2014/main" id="{28B019A0-F69C-F8AD-11A1-98C8474EA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412" y="631495"/>
            <a:ext cx="895274" cy="5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" name="文本框 114">
            <a:extLst>
              <a:ext uri="{FF2B5EF4-FFF2-40B4-BE49-F238E27FC236}">
                <a16:creationId xmlns:a16="http://schemas.microsoft.com/office/drawing/2014/main" id="{B18C70B9-78EB-4C53-4004-D0CA2F4B318C}"/>
              </a:ext>
            </a:extLst>
          </p:cNvPr>
          <p:cNvSpPr txBox="1"/>
          <p:nvPr/>
        </p:nvSpPr>
        <p:spPr>
          <a:xfrm>
            <a:off x="5324510" y="952077"/>
            <a:ext cx="1229653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 err="1">
                <a:latin typeface="Calibri"/>
                <a:ea typeface="Calibri"/>
                <a:cs typeface="Calibri"/>
              </a:rPr>
              <a:t>GameObjects</a:t>
            </a:r>
            <a:endParaRPr lang="en-US" altLang="zh-CN" sz="1100">
              <a:latin typeface="Calibri"/>
              <a:ea typeface="Calibri"/>
              <a:cs typeface="Calibri"/>
            </a:endParaRPr>
          </a:p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(</a:t>
            </a:r>
            <a:r>
              <a:rPr lang="en-US" altLang="zh-CN" sz="1100" err="1">
                <a:latin typeface="Calibri"/>
                <a:ea typeface="Calibri"/>
                <a:cs typeface="Calibri"/>
              </a:rPr>
              <a:t>Gobjs</a:t>
            </a:r>
            <a:r>
              <a:rPr lang="en-US" altLang="zh-CN" sz="1100"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310" name="文本框 114">
            <a:extLst>
              <a:ext uri="{FF2B5EF4-FFF2-40B4-BE49-F238E27FC236}">
                <a16:creationId xmlns:a16="http://schemas.microsoft.com/office/drawing/2014/main" id="{808BA4DE-2AE9-BBA6-DE92-D34450083612}"/>
              </a:ext>
            </a:extLst>
          </p:cNvPr>
          <p:cNvSpPr txBox="1"/>
          <p:nvPr/>
        </p:nvSpPr>
        <p:spPr>
          <a:xfrm>
            <a:off x="5329119" y="346088"/>
            <a:ext cx="1229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1" name="Picture 16" descr="scriptable objects">
            <a:extLst>
              <a:ext uri="{FF2B5EF4-FFF2-40B4-BE49-F238E27FC236}">
                <a16:creationId xmlns:a16="http://schemas.microsoft.com/office/drawing/2014/main" id="{9A94911C-C1AA-0E5D-2749-992B0479E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399" y="657394"/>
            <a:ext cx="912121" cy="5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8" descr="Cube Icons - Free SVG &amp; PNG Cube Images - Noun Project">
            <a:extLst>
              <a:ext uri="{FF2B5EF4-FFF2-40B4-BE49-F238E27FC236}">
                <a16:creationId xmlns:a16="http://schemas.microsoft.com/office/drawing/2014/main" id="{A03479D7-5751-C691-32B0-C4B4EED2F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324" y="1217492"/>
            <a:ext cx="348359" cy="34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42F13C21-4101-52D5-801B-609ACB895E35}"/>
              </a:ext>
            </a:extLst>
          </p:cNvPr>
          <p:cNvSpPr/>
          <p:nvPr/>
        </p:nvSpPr>
        <p:spPr>
          <a:xfrm>
            <a:off x="5681106" y="1406870"/>
            <a:ext cx="158786" cy="14955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60" name="Picture 20" descr="Circle-Arrow Icons - Free SVG &amp; PNG Circle-Arrow Images ...">
            <a:extLst>
              <a:ext uri="{FF2B5EF4-FFF2-40B4-BE49-F238E27FC236}">
                <a16:creationId xmlns:a16="http://schemas.microsoft.com/office/drawing/2014/main" id="{1FF2EC9E-5CC7-BC6E-060F-293CC3761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884" y="1418416"/>
            <a:ext cx="138008" cy="13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" name="文本框 114">
            <a:extLst>
              <a:ext uri="{FF2B5EF4-FFF2-40B4-BE49-F238E27FC236}">
                <a16:creationId xmlns:a16="http://schemas.microsoft.com/office/drawing/2014/main" id="{9EC39C1F-3EDF-6B28-F547-C0E923A39DFC}"/>
              </a:ext>
            </a:extLst>
          </p:cNvPr>
          <p:cNvSpPr txBox="1"/>
          <p:nvPr/>
        </p:nvSpPr>
        <p:spPr>
          <a:xfrm>
            <a:off x="5408462" y="1496106"/>
            <a:ext cx="13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MonoBehaviour Component</a:t>
            </a:r>
            <a:endParaRPr lang="zh-CN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9" name="Picture 14" descr="Csharp, file icon - Free download on Iconfinder">
            <a:extLst>
              <a:ext uri="{FF2B5EF4-FFF2-40B4-BE49-F238E27FC236}">
                <a16:creationId xmlns:a16="http://schemas.microsoft.com/office/drawing/2014/main" id="{E1B2DD7E-20B3-FE48-BFAE-87559CCF1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911" y="1730149"/>
            <a:ext cx="307777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0" name="文本框 114">
            <a:extLst>
              <a:ext uri="{FF2B5EF4-FFF2-40B4-BE49-F238E27FC236}">
                <a16:creationId xmlns:a16="http://schemas.microsoft.com/office/drawing/2014/main" id="{F0665BE8-0D55-C49D-459D-8E96F949971B}"/>
              </a:ext>
            </a:extLst>
          </p:cNvPr>
          <p:cNvSpPr txBox="1"/>
          <p:nvPr/>
        </p:nvSpPr>
        <p:spPr>
          <a:xfrm>
            <a:off x="5648924" y="1838093"/>
            <a:ext cx="9121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 Files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1" name="直接箭头连接符 101">
            <a:extLst>
              <a:ext uri="{FF2B5EF4-FFF2-40B4-BE49-F238E27FC236}">
                <a16:creationId xmlns:a16="http://schemas.microsoft.com/office/drawing/2014/main" id="{806E0EDE-957B-B979-351F-9430C13395EE}"/>
              </a:ext>
            </a:extLst>
          </p:cNvPr>
          <p:cNvCxnSpPr>
            <a:cxnSpLocks/>
          </p:cNvCxnSpPr>
          <p:nvPr/>
        </p:nvCxnSpPr>
        <p:spPr>
          <a:xfrm flipH="1">
            <a:off x="5388249" y="644440"/>
            <a:ext cx="162959" cy="14954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101">
            <a:extLst>
              <a:ext uri="{FF2B5EF4-FFF2-40B4-BE49-F238E27FC236}">
                <a16:creationId xmlns:a16="http://schemas.microsoft.com/office/drawing/2014/main" id="{CD75A4AD-BDED-C6B7-6301-27F29AE1B12F}"/>
              </a:ext>
            </a:extLst>
          </p:cNvPr>
          <p:cNvCxnSpPr>
            <a:cxnSpLocks/>
          </p:cNvCxnSpPr>
          <p:nvPr/>
        </p:nvCxnSpPr>
        <p:spPr>
          <a:xfrm>
            <a:off x="5678872" y="628877"/>
            <a:ext cx="138810" cy="17694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直接箭头连接符 101">
            <a:extLst>
              <a:ext uri="{FF2B5EF4-FFF2-40B4-BE49-F238E27FC236}">
                <a16:creationId xmlns:a16="http://schemas.microsoft.com/office/drawing/2014/main" id="{CFCC05E2-3911-4E61-4021-8936D5133706}"/>
              </a:ext>
            </a:extLst>
          </p:cNvPr>
          <p:cNvCxnSpPr>
            <a:cxnSpLocks/>
          </p:cNvCxnSpPr>
          <p:nvPr/>
        </p:nvCxnSpPr>
        <p:spPr>
          <a:xfrm flipH="1" flipV="1">
            <a:off x="5469323" y="910576"/>
            <a:ext cx="289492" cy="1726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101">
            <a:extLst>
              <a:ext uri="{FF2B5EF4-FFF2-40B4-BE49-F238E27FC236}">
                <a16:creationId xmlns:a16="http://schemas.microsoft.com/office/drawing/2014/main" id="{0EEA18CF-303C-71A3-CF52-6F57350ECF0D}"/>
              </a:ext>
            </a:extLst>
          </p:cNvPr>
          <p:cNvCxnSpPr>
            <a:cxnSpLocks/>
          </p:cNvCxnSpPr>
          <p:nvPr/>
        </p:nvCxnSpPr>
        <p:spPr>
          <a:xfrm flipH="1" flipV="1">
            <a:off x="5295520" y="1010154"/>
            <a:ext cx="200713" cy="25308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直接箭头连接符 101">
            <a:extLst>
              <a:ext uri="{FF2B5EF4-FFF2-40B4-BE49-F238E27FC236}">
                <a16:creationId xmlns:a16="http://schemas.microsoft.com/office/drawing/2014/main" id="{3B24251A-DC74-EF30-D2DC-76CD907EA469}"/>
              </a:ext>
            </a:extLst>
          </p:cNvPr>
          <p:cNvCxnSpPr>
            <a:cxnSpLocks/>
          </p:cNvCxnSpPr>
          <p:nvPr/>
        </p:nvCxnSpPr>
        <p:spPr>
          <a:xfrm flipV="1">
            <a:off x="5732376" y="1016630"/>
            <a:ext cx="112393" cy="247379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直接箭头连接符 101">
            <a:extLst>
              <a:ext uri="{FF2B5EF4-FFF2-40B4-BE49-F238E27FC236}">
                <a16:creationId xmlns:a16="http://schemas.microsoft.com/office/drawing/2014/main" id="{2C8C6A29-BA8D-6EF0-7B72-ADFE0B1469F8}"/>
              </a:ext>
            </a:extLst>
          </p:cNvPr>
          <p:cNvCxnSpPr>
            <a:cxnSpLocks/>
          </p:cNvCxnSpPr>
          <p:nvPr/>
        </p:nvCxnSpPr>
        <p:spPr>
          <a:xfrm flipH="1">
            <a:off x="5636799" y="1565850"/>
            <a:ext cx="6704" cy="16429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箭头: 右 14">
            <a:extLst>
              <a:ext uri="{FF2B5EF4-FFF2-40B4-BE49-F238E27FC236}">
                <a16:creationId xmlns:a16="http://schemas.microsoft.com/office/drawing/2014/main" id="{1EE9E6BB-A932-CC72-5E0F-9A433E4C614C}"/>
              </a:ext>
            </a:extLst>
          </p:cNvPr>
          <p:cNvSpPr/>
          <p:nvPr/>
        </p:nvSpPr>
        <p:spPr>
          <a:xfrm rot="1644679">
            <a:off x="6126067" y="2202110"/>
            <a:ext cx="380174" cy="11039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92" name="Picture 22" descr="Topological Sorting - Algorithms for Competitive Programming">
            <a:extLst>
              <a:ext uri="{FF2B5EF4-FFF2-40B4-BE49-F238E27FC236}">
                <a16:creationId xmlns:a16="http://schemas.microsoft.com/office/drawing/2014/main" id="{1432CB86-80C2-C2F9-E446-48DCC2B18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9505">
            <a:off x="6416421" y="2262339"/>
            <a:ext cx="917731" cy="58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4" name="文本框 114">
            <a:extLst>
              <a:ext uri="{FF2B5EF4-FFF2-40B4-BE49-F238E27FC236}">
                <a16:creationId xmlns:a16="http://schemas.microsoft.com/office/drawing/2014/main" id="{F82520E5-7769-4B4D-6895-519FAE0EA2CE}"/>
              </a:ext>
            </a:extLst>
          </p:cNvPr>
          <p:cNvSpPr txBox="1"/>
          <p:nvPr/>
        </p:nvSpPr>
        <p:spPr>
          <a:xfrm>
            <a:off x="5079491" y="2275194"/>
            <a:ext cx="16598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Test-oriented Dependency Graph</a:t>
            </a:r>
            <a:r>
              <a:rPr lang="en-HK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(TODG)</a:t>
            </a:r>
            <a:endParaRPr lang="zh-CN" alt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8" name="Rectangle: Rounded Corners 357">
            <a:extLst>
              <a:ext uri="{FF2B5EF4-FFF2-40B4-BE49-F238E27FC236}">
                <a16:creationId xmlns:a16="http://schemas.microsoft.com/office/drawing/2014/main" id="{3755BA91-B3B7-718E-151C-C81695FF852F}"/>
              </a:ext>
            </a:extLst>
          </p:cNvPr>
          <p:cNvSpPr/>
          <p:nvPr/>
        </p:nvSpPr>
        <p:spPr>
          <a:xfrm>
            <a:off x="6886535" y="1734445"/>
            <a:ext cx="1101942" cy="2343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>
              <a:lnSpc>
                <a:spcPts val="1400"/>
              </a:lnSpc>
            </a:pPr>
            <a:r>
              <a:rPr lang="en-HK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General LLMs</a:t>
            </a:r>
          </a:p>
        </p:txBody>
      </p:sp>
      <p:pic>
        <p:nvPicPr>
          <p:cNvPr id="359" name="Picture 48" descr="Algorithm, gym, learning, openai, reinforcement, toolkit icon - Download on Iconfinder">
            <a:extLst>
              <a:ext uri="{FF2B5EF4-FFF2-40B4-BE49-F238E27FC236}">
                <a16:creationId xmlns:a16="http://schemas.microsoft.com/office/drawing/2014/main" id="{10D24D81-CDC0-021F-D3A9-AC5E0D6C2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240" y="1786019"/>
            <a:ext cx="164963" cy="16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4" name="文本框 114">
            <a:extLst>
              <a:ext uri="{FF2B5EF4-FFF2-40B4-BE49-F238E27FC236}">
                <a16:creationId xmlns:a16="http://schemas.microsoft.com/office/drawing/2014/main" id="{1EE58895-3C49-C1DD-279C-787068AF97F4}"/>
              </a:ext>
            </a:extLst>
          </p:cNvPr>
          <p:cNvSpPr txBox="1"/>
          <p:nvPr/>
        </p:nvSpPr>
        <p:spPr>
          <a:xfrm rot="5400000">
            <a:off x="7204340" y="982855"/>
            <a:ext cx="1981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 Interaction</a:t>
            </a:r>
          </a:p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Mapping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9" name="Picture 36" descr="Test plan icon vector image can be used for software testing | Premium  Vector">
            <a:extLst>
              <a:ext uri="{FF2B5EF4-FFF2-40B4-BE49-F238E27FC236}">
                <a16:creationId xmlns:a16="http://schemas.microsoft.com/office/drawing/2014/main" id="{DC746122-409B-8285-C225-01C8F06BFB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1" t="19332" r="26695" b="19334"/>
          <a:stretch/>
        </p:blipFill>
        <p:spPr bwMode="auto">
          <a:xfrm>
            <a:off x="572349" y="3462338"/>
            <a:ext cx="366105" cy="46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4" name="文本框 114">
            <a:extLst>
              <a:ext uri="{FF2B5EF4-FFF2-40B4-BE49-F238E27FC236}">
                <a16:creationId xmlns:a16="http://schemas.microsoft.com/office/drawing/2014/main" id="{ED80C3AB-BEC8-5FFD-3478-88D08CDF37E4}"/>
              </a:ext>
            </a:extLst>
          </p:cNvPr>
          <p:cNvSpPr txBox="1"/>
          <p:nvPr/>
        </p:nvSpPr>
        <p:spPr>
          <a:xfrm>
            <a:off x="149646" y="3898543"/>
            <a:ext cx="1065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Test Plans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8" name="Picture 2" descr="Json file - Free interface icons">
            <a:extLst>
              <a:ext uri="{FF2B5EF4-FFF2-40B4-BE49-F238E27FC236}">
                <a16:creationId xmlns:a16="http://schemas.microsoft.com/office/drawing/2014/main" id="{19F29793-365F-DCF2-356E-5D4E429DA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256" y="1106252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16" descr="scriptable objects">
            <a:extLst>
              <a:ext uri="{FF2B5EF4-FFF2-40B4-BE49-F238E27FC236}">
                <a16:creationId xmlns:a16="http://schemas.microsoft.com/office/drawing/2014/main" id="{FF79D00B-0BD4-0A0C-D0B5-87AFFEE98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1" t="13789" r="23903" b="10427"/>
          <a:stretch/>
        </p:blipFill>
        <p:spPr bwMode="auto">
          <a:xfrm>
            <a:off x="7546836" y="1117460"/>
            <a:ext cx="441290" cy="33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文本框 114">
            <a:extLst>
              <a:ext uri="{FF2B5EF4-FFF2-40B4-BE49-F238E27FC236}">
                <a16:creationId xmlns:a16="http://schemas.microsoft.com/office/drawing/2014/main" id="{596F920B-8CEC-922A-AC51-ACE2D631E027}"/>
              </a:ext>
            </a:extLst>
          </p:cNvPr>
          <p:cNvSpPr txBox="1"/>
          <p:nvPr/>
        </p:nvSpPr>
        <p:spPr>
          <a:xfrm>
            <a:off x="6783982" y="1003360"/>
            <a:ext cx="1357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文本框 114">
            <a:extLst>
              <a:ext uri="{FF2B5EF4-FFF2-40B4-BE49-F238E27FC236}">
                <a16:creationId xmlns:a16="http://schemas.microsoft.com/office/drawing/2014/main" id="{ABC7562A-A573-0BA4-FD11-814784CC5F94}"/>
              </a:ext>
            </a:extLst>
          </p:cNvPr>
          <p:cNvSpPr txBox="1"/>
          <p:nvPr/>
        </p:nvSpPr>
        <p:spPr>
          <a:xfrm>
            <a:off x="7426141" y="1452498"/>
            <a:ext cx="6304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0D15125-35D0-E2F5-94C4-8D32BF9366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035" y="399171"/>
            <a:ext cx="288202" cy="296127"/>
          </a:xfrm>
          <a:prstGeom prst="rect">
            <a:avLst/>
          </a:prstGeom>
        </p:spPr>
      </p:pic>
      <p:sp>
        <p:nvSpPr>
          <p:cNvPr id="86" name="文本框 114">
            <a:extLst>
              <a:ext uri="{FF2B5EF4-FFF2-40B4-BE49-F238E27FC236}">
                <a16:creationId xmlns:a16="http://schemas.microsoft.com/office/drawing/2014/main" id="{CB6F143C-0A15-9C15-A93D-B6379FF463AE}"/>
              </a:ext>
            </a:extLst>
          </p:cNvPr>
          <p:cNvSpPr txBox="1"/>
          <p:nvPr/>
        </p:nvSpPr>
        <p:spPr>
          <a:xfrm rot="5400000">
            <a:off x="5556556" y="1038726"/>
            <a:ext cx="19813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200">
                <a:latin typeface="Calibri"/>
                <a:ea typeface="Calibri"/>
                <a:cs typeface="Calibri"/>
              </a:rPr>
              <a:t>Scene Modelling</a:t>
            </a:r>
            <a:endParaRPr lang="zh-CN"/>
          </a:p>
        </p:txBody>
      </p:sp>
      <p:sp>
        <p:nvSpPr>
          <p:cNvPr id="87" name="箭头: 右 14">
            <a:extLst>
              <a:ext uri="{FF2B5EF4-FFF2-40B4-BE49-F238E27FC236}">
                <a16:creationId xmlns:a16="http://schemas.microsoft.com/office/drawing/2014/main" id="{E6D87290-4A28-0A0B-4EA6-F39201A7531F}"/>
              </a:ext>
            </a:extLst>
          </p:cNvPr>
          <p:cNvSpPr/>
          <p:nvPr/>
        </p:nvSpPr>
        <p:spPr>
          <a:xfrm rot="8997795">
            <a:off x="7123035" y="2193554"/>
            <a:ext cx="410703" cy="116349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文本框 114">
            <a:extLst>
              <a:ext uri="{FF2B5EF4-FFF2-40B4-BE49-F238E27FC236}">
                <a16:creationId xmlns:a16="http://schemas.microsoft.com/office/drawing/2014/main" id="{B044AB3B-E756-3366-92A8-18502A5A5D4D}"/>
              </a:ext>
            </a:extLst>
          </p:cNvPr>
          <p:cNvSpPr txBox="1"/>
          <p:nvPr/>
        </p:nvSpPr>
        <p:spPr>
          <a:xfrm rot="1685546">
            <a:off x="6076479" y="2058922"/>
            <a:ext cx="67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文本框 114">
            <a:extLst>
              <a:ext uri="{FF2B5EF4-FFF2-40B4-BE49-F238E27FC236}">
                <a16:creationId xmlns:a16="http://schemas.microsoft.com/office/drawing/2014/main" id="{A6694448-3AB9-5DF0-A25D-BB8FB04F19DA}"/>
              </a:ext>
            </a:extLst>
          </p:cNvPr>
          <p:cNvSpPr txBox="1"/>
          <p:nvPr/>
        </p:nvSpPr>
        <p:spPr>
          <a:xfrm rot="19771445">
            <a:off x="6825315" y="2040747"/>
            <a:ext cx="867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0" name="直接箭头连接符 101">
            <a:extLst>
              <a:ext uri="{FF2B5EF4-FFF2-40B4-BE49-F238E27FC236}">
                <a16:creationId xmlns:a16="http://schemas.microsoft.com/office/drawing/2014/main" id="{D791F5EE-FA26-24FE-CB1A-8D71C75B164A}"/>
              </a:ext>
            </a:extLst>
          </p:cNvPr>
          <p:cNvCxnSpPr>
            <a:cxnSpLocks/>
          </p:cNvCxnSpPr>
          <p:nvPr/>
        </p:nvCxnSpPr>
        <p:spPr>
          <a:xfrm>
            <a:off x="4589806" y="679668"/>
            <a:ext cx="402224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1">
            <a:extLst>
              <a:ext uri="{FF2B5EF4-FFF2-40B4-BE49-F238E27FC236}">
                <a16:creationId xmlns:a16="http://schemas.microsoft.com/office/drawing/2014/main" id="{CB9DEC8D-57FA-806E-1F22-A8406BDCB92D}"/>
              </a:ext>
            </a:extLst>
          </p:cNvPr>
          <p:cNvCxnSpPr>
            <a:cxnSpLocks/>
          </p:cNvCxnSpPr>
          <p:nvPr/>
        </p:nvCxnSpPr>
        <p:spPr>
          <a:xfrm flipH="1">
            <a:off x="4579350" y="2229808"/>
            <a:ext cx="422001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文本框 35">
            <a:extLst>
              <a:ext uri="{FF2B5EF4-FFF2-40B4-BE49-F238E27FC236}">
                <a16:creationId xmlns:a16="http://schemas.microsoft.com/office/drawing/2014/main" id="{A3E31A6D-028D-935C-357B-5B1E5AFCB09B}"/>
              </a:ext>
            </a:extLst>
          </p:cNvPr>
          <p:cNvSpPr txBox="1"/>
          <p:nvPr/>
        </p:nvSpPr>
        <p:spPr>
          <a:xfrm>
            <a:off x="1966937" y="1976002"/>
            <a:ext cx="847945" cy="27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Info</a:t>
            </a:r>
          </a:p>
        </p:txBody>
      </p:sp>
      <p:sp>
        <p:nvSpPr>
          <p:cNvPr id="127" name="矩形 165">
            <a:extLst>
              <a:ext uri="{FF2B5EF4-FFF2-40B4-BE49-F238E27FC236}">
                <a16:creationId xmlns:a16="http://schemas.microsoft.com/office/drawing/2014/main" id="{5528AE16-DA05-0795-7655-CEACE11D2277}"/>
              </a:ext>
            </a:extLst>
          </p:cNvPr>
          <p:cNvSpPr/>
          <p:nvPr/>
        </p:nvSpPr>
        <p:spPr>
          <a:xfrm>
            <a:off x="1297434" y="3132546"/>
            <a:ext cx="7188639" cy="1803026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8EC85882-978F-278F-0436-B1EE0DD09DC4}"/>
              </a:ext>
            </a:extLst>
          </p:cNvPr>
          <p:cNvSpPr/>
          <p:nvPr/>
        </p:nvSpPr>
        <p:spPr>
          <a:xfrm>
            <a:off x="6835287" y="369908"/>
            <a:ext cx="1183158" cy="428335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2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箭头: 右 14">
            <a:extLst>
              <a:ext uri="{FF2B5EF4-FFF2-40B4-BE49-F238E27FC236}">
                <a16:creationId xmlns:a16="http://schemas.microsoft.com/office/drawing/2014/main" id="{353117EC-9F48-D5BE-0797-53E52015E2B0}"/>
              </a:ext>
            </a:extLst>
          </p:cNvPr>
          <p:cNvSpPr/>
          <p:nvPr/>
        </p:nvSpPr>
        <p:spPr>
          <a:xfrm rot="5400000">
            <a:off x="7320400" y="867869"/>
            <a:ext cx="214028" cy="12614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箭头: 右 14">
            <a:extLst>
              <a:ext uri="{FF2B5EF4-FFF2-40B4-BE49-F238E27FC236}">
                <a16:creationId xmlns:a16="http://schemas.microsoft.com/office/drawing/2014/main" id="{3F99B3DF-D1CD-D1D8-6895-64D43B8B5D5F}"/>
              </a:ext>
            </a:extLst>
          </p:cNvPr>
          <p:cNvSpPr/>
          <p:nvPr/>
        </p:nvSpPr>
        <p:spPr>
          <a:xfrm rot="5400000">
            <a:off x="7311972" y="1525197"/>
            <a:ext cx="214028" cy="12614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2" name="直接箭头连接符 101">
            <a:extLst>
              <a:ext uri="{FF2B5EF4-FFF2-40B4-BE49-F238E27FC236}">
                <a16:creationId xmlns:a16="http://schemas.microsoft.com/office/drawing/2014/main" id="{F5D3DEBE-0B46-A737-887C-898204F24892}"/>
              </a:ext>
            </a:extLst>
          </p:cNvPr>
          <p:cNvCxnSpPr>
            <a:cxnSpLocks/>
          </p:cNvCxnSpPr>
          <p:nvPr/>
        </p:nvCxnSpPr>
        <p:spPr>
          <a:xfrm>
            <a:off x="7273873" y="1263234"/>
            <a:ext cx="346316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文本框 114">
            <a:extLst>
              <a:ext uri="{FF2B5EF4-FFF2-40B4-BE49-F238E27FC236}">
                <a16:creationId xmlns:a16="http://schemas.microsoft.com/office/drawing/2014/main" id="{B3DBDA8A-BD37-3713-2650-73CBB7C4523E}"/>
              </a:ext>
            </a:extLst>
          </p:cNvPr>
          <p:cNvSpPr txBox="1"/>
          <p:nvPr/>
        </p:nvSpPr>
        <p:spPr>
          <a:xfrm>
            <a:off x="4442747" y="1978207"/>
            <a:ext cx="714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6" name="Picture 2" descr="Json file - Free interface icons">
            <a:extLst>
              <a:ext uri="{FF2B5EF4-FFF2-40B4-BE49-F238E27FC236}">
                <a16:creationId xmlns:a16="http://schemas.microsoft.com/office/drawing/2014/main" id="{EBB0C6C3-07D9-37D7-7091-46AA47DB4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548" y="467217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Oval 136">
            <a:extLst>
              <a:ext uri="{FF2B5EF4-FFF2-40B4-BE49-F238E27FC236}">
                <a16:creationId xmlns:a16="http://schemas.microsoft.com/office/drawing/2014/main" id="{63D388F4-7108-41E2-AF3E-0A42DBB1FD6B}"/>
              </a:ext>
            </a:extLst>
          </p:cNvPr>
          <p:cNvSpPr/>
          <p:nvPr/>
        </p:nvSpPr>
        <p:spPr>
          <a:xfrm>
            <a:off x="7104117" y="553302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5" name="AutoShape 4" descr="Csharp Vector SVG Icon - SVG Repo">
            <a:extLst>
              <a:ext uri="{FF2B5EF4-FFF2-40B4-BE49-F238E27FC236}">
                <a16:creationId xmlns:a16="http://schemas.microsoft.com/office/drawing/2014/main" id="{C25BBCE7-91F0-1E4C-3C9E-0CE96A22E3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08855" y="290202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cxnSp>
        <p:nvCxnSpPr>
          <p:cNvPr id="140" name="直接箭头连接符 101">
            <a:extLst>
              <a:ext uri="{FF2B5EF4-FFF2-40B4-BE49-F238E27FC236}">
                <a16:creationId xmlns:a16="http://schemas.microsoft.com/office/drawing/2014/main" id="{C0FA0E1F-3E4F-E770-5514-674F989B3D36}"/>
              </a:ext>
            </a:extLst>
          </p:cNvPr>
          <p:cNvCxnSpPr>
            <a:cxnSpLocks/>
          </p:cNvCxnSpPr>
          <p:nvPr/>
        </p:nvCxnSpPr>
        <p:spPr>
          <a:xfrm>
            <a:off x="7340804" y="624080"/>
            <a:ext cx="251483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9" name="Picture 2" descr="Json file - Free interface icons">
            <a:extLst>
              <a:ext uri="{FF2B5EF4-FFF2-40B4-BE49-F238E27FC236}">
                <a16:creationId xmlns:a16="http://schemas.microsoft.com/office/drawing/2014/main" id="{FE7F5FC3-B0FC-AEFA-C8AD-A31791C3C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681" y="477694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Oval 150">
            <a:extLst>
              <a:ext uri="{FF2B5EF4-FFF2-40B4-BE49-F238E27FC236}">
                <a16:creationId xmlns:a16="http://schemas.microsoft.com/office/drawing/2014/main" id="{0291E3B9-D976-6A77-9892-D97A5B456677}"/>
              </a:ext>
            </a:extLst>
          </p:cNvPr>
          <p:cNvSpPr/>
          <p:nvPr/>
        </p:nvSpPr>
        <p:spPr>
          <a:xfrm>
            <a:off x="7824952" y="571302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5" name="文本框 114">
            <a:extLst>
              <a:ext uri="{FF2B5EF4-FFF2-40B4-BE49-F238E27FC236}">
                <a16:creationId xmlns:a16="http://schemas.microsoft.com/office/drawing/2014/main" id="{E5CBBF50-387E-CFEB-FE3D-D863A92E8CD0}"/>
              </a:ext>
            </a:extLst>
          </p:cNvPr>
          <p:cNvSpPr txBox="1"/>
          <p:nvPr/>
        </p:nvSpPr>
        <p:spPr>
          <a:xfrm>
            <a:off x="6774457" y="318844"/>
            <a:ext cx="1357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ScriptAnalyzer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737F2F42-70BB-AE70-7B72-831CD221D64D}"/>
              </a:ext>
            </a:extLst>
          </p:cNvPr>
          <p:cNvSpPr/>
          <p:nvPr/>
        </p:nvSpPr>
        <p:spPr>
          <a:xfrm>
            <a:off x="7141018" y="1218969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67" name="直接箭头连接符 101">
            <a:extLst>
              <a:ext uri="{FF2B5EF4-FFF2-40B4-BE49-F238E27FC236}">
                <a16:creationId xmlns:a16="http://schemas.microsoft.com/office/drawing/2014/main" id="{DB150CFF-6E46-4A76-EC96-F0D976C13C6B}"/>
              </a:ext>
            </a:extLst>
          </p:cNvPr>
          <p:cNvCxnSpPr>
            <a:cxnSpLocks/>
          </p:cNvCxnSpPr>
          <p:nvPr/>
        </p:nvCxnSpPr>
        <p:spPr>
          <a:xfrm>
            <a:off x="1806758" y="428343"/>
            <a:ext cx="305409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01">
            <a:extLst>
              <a:ext uri="{FF2B5EF4-FFF2-40B4-BE49-F238E27FC236}">
                <a16:creationId xmlns:a16="http://schemas.microsoft.com/office/drawing/2014/main" id="{DA244590-3053-6ABD-A660-936D7D335F28}"/>
              </a:ext>
            </a:extLst>
          </p:cNvPr>
          <p:cNvCxnSpPr>
            <a:cxnSpLocks/>
          </p:cNvCxnSpPr>
          <p:nvPr/>
        </p:nvCxnSpPr>
        <p:spPr>
          <a:xfrm>
            <a:off x="1794636" y="1048511"/>
            <a:ext cx="31694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BF9D7292-8C7B-445E-6173-FC02B1420408}"/>
              </a:ext>
            </a:extLst>
          </p:cNvPr>
          <p:cNvSpPr/>
          <p:nvPr/>
        </p:nvSpPr>
        <p:spPr>
          <a:xfrm>
            <a:off x="2152318" y="833249"/>
            <a:ext cx="1204042" cy="341776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Code Structure Analyzer</a:t>
            </a:r>
            <a:endParaRPr lang="en-HK" sz="120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68C1C39-F50B-2893-CB19-FDF2FCF23E93}"/>
              </a:ext>
            </a:extLst>
          </p:cNvPr>
          <p:cNvCxnSpPr>
            <a:cxnSpLocks/>
          </p:cNvCxnSpPr>
          <p:nvPr/>
        </p:nvCxnSpPr>
        <p:spPr>
          <a:xfrm>
            <a:off x="3402688" y="417758"/>
            <a:ext cx="197597" cy="536676"/>
          </a:xfrm>
          <a:prstGeom prst="bentConnector2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F8210DF-DA3E-B366-EA8A-87EF15E399D5}"/>
              </a:ext>
            </a:extLst>
          </p:cNvPr>
          <p:cNvCxnSpPr>
            <a:cxnSpLocks/>
          </p:cNvCxnSpPr>
          <p:nvPr/>
        </p:nvCxnSpPr>
        <p:spPr>
          <a:xfrm flipV="1">
            <a:off x="3384291" y="736510"/>
            <a:ext cx="215655" cy="23967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3367423A-6816-BBE8-BF76-49399641CE1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135" y="571877"/>
            <a:ext cx="148324" cy="10150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1ADD845-BD34-5739-66DD-B3B59F082E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106" y="554827"/>
            <a:ext cx="174799" cy="174799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F1E3E22F-40CB-978F-52EC-769F87DFAC2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582" y="1202604"/>
            <a:ext cx="174799" cy="174799"/>
          </a:xfrm>
          <a:prstGeom prst="rect">
            <a:avLst/>
          </a:prstGeom>
        </p:spPr>
      </p:pic>
      <p:cxnSp>
        <p:nvCxnSpPr>
          <p:cNvPr id="34" name="直接箭头连接符 101">
            <a:extLst>
              <a:ext uri="{FF2B5EF4-FFF2-40B4-BE49-F238E27FC236}">
                <a16:creationId xmlns:a16="http://schemas.microsoft.com/office/drawing/2014/main" id="{FEE71560-76ED-7ED0-0BA7-FE3302027DD3}"/>
              </a:ext>
            </a:extLst>
          </p:cNvPr>
          <p:cNvCxnSpPr>
            <a:cxnSpLocks/>
          </p:cNvCxnSpPr>
          <p:nvPr/>
        </p:nvCxnSpPr>
        <p:spPr>
          <a:xfrm>
            <a:off x="989805" y="3818254"/>
            <a:ext cx="263773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8" name="组合 467">
            <a:extLst>
              <a:ext uri="{FF2B5EF4-FFF2-40B4-BE49-F238E27FC236}">
                <a16:creationId xmlns:a16="http://schemas.microsoft.com/office/drawing/2014/main" id="{2673665B-800C-8C3A-23D2-309DF8FFFC63}"/>
              </a:ext>
            </a:extLst>
          </p:cNvPr>
          <p:cNvGrpSpPr/>
          <p:nvPr/>
        </p:nvGrpSpPr>
        <p:grpSpPr>
          <a:xfrm>
            <a:off x="1378976" y="3206822"/>
            <a:ext cx="2685087" cy="1647820"/>
            <a:chOff x="-2910787" y="4659391"/>
            <a:chExt cx="2685087" cy="1647820"/>
          </a:xfrm>
        </p:grpSpPr>
        <p:sp>
          <p:nvSpPr>
            <p:cNvPr id="4" name="Rectangle 147">
              <a:extLst>
                <a:ext uri="{FF2B5EF4-FFF2-40B4-BE49-F238E27FC236}">
                  <a16:creationId xmlns:a16="http://schemas.microsoft.com/office/drawing/2014/main" id="{4BF6320D-DD4B-CFA4-5C54-52450A61EB97}"/>
                </a:ext>
              </a:extLst>
            </p:cNvPr>
            <p:cNvSpPr/>
            <p:nvPr/>
          </p:nvSpPr>
          <p:spPr>
            <a:xfrm>
              <a:off x="-2910787" y="4659391"/>
              <a:ext cx="2685087" cy="1647820"/>
            </a:xfrm>
            <a:prstGeom prst="rect">
              <a:avLst/>
            </a:prstGeom>
            <a:solidFill>
              <a:srgbClr val="F8FCAE">
                <a:alpha val="36863"/>
              </a:srgbClr>
            </a:solidFill>
            <a:ln w="12700">
              <a:solidFill>
                <a:srgbClr val="DED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Test Plan Semantic Adaption</a:t>
              </a:r>
              <a:endParaRPr lang="en-HK" altLang="zh-CN" sz="1400">
                <a:solidFill>
                  <a:schemeClr val="tx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" name="Rectangle: Rounded Corners 259">
              <a:extLst>
                <a:ext uri="{FF2B5EF4-FFF2-40B4-BE49-F238E27FC236}">
                  <a16:creationId xmlns:a16="http://schemas.microsoft.com/office/drawing/2014/main" id="{DEBD03DD-B502-5675-FB0F-E82BC874D504}"/>
                </a:ext>
              </a:extLst>
            </p:cNvPr>
            <p:cNvSpPr/>
            <p:nvPr/>
          </p:nvSpPr>
          <p:spPr>
            <a:xfrm>
              <a:off x="-2614360" y="4949239"/>
              <a:ext cx="2171796" cy="39351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cap="rnd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ts val="1400"/>
                </a:lnSpc>
              </a:pPr>
              <a:endParaRPr lang="en-HK" sz="11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箭头: 右 14">
              <a:extLst>
                <a:ext uri="{FF2B5EF4-FFF2-40B4-BE49-F238E27FC236}">
                  <a16:creationId xmlns:a16="http://schemas.microsoft.com/office/drawing/2014/main" id="{5D4A01FC-667C-1C02-6973-88E28CD64E1A}"/>
                </a:ext>
              </a:extLst>
            </p:cNvPr>
            <p:cNvSpPr/>
            <p:nvPr/>
          </p:nvSpPr>
          <p:spPr>
            <a:xfrm rot="5400000">
              <a:off x="-2287751" y="5469214"/>
              <a:ext cx="246222" cy="120597"/>
            </a:xfrm>
            <a:prstGeom prst="rightArrow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文本框 114">
              <a:extLst>
                <a:ext uri="{FF2B5EF4-FFF2-40B4-BE49-F238E27FC236}">
                  <a16:creationId xmlns:a16="http://schemas.microsoft.com/office/drawing/2014/main" id="{4F5F43A1-A2DB-09B8-2B5F-D2380AADEC1B}"/>
                </a:ext>
              </a:extLst>
            </p:cNvPr>
            <p:cNvSpPr txBox="1"/>
            <p:nvPr/>
          </p:nvSpPr>
          <p:spPr>
            <a:xfrm>
              <a:off x="-2578409" y="4949239"/>
              <a:ext cx="1156923" cy="328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HK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Text-to-C#</a:t>
              </a:r>
            </a:p>
            <a:p>
              <a:pPr algn="ctr">
                <a:lnSpc>
                  <a:spcPts val="900"/>
                </a:lnSpc>
              </a:pPr>
              <a:r>
                <a:rPr lang="en-HK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Task Data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EDF246D-D813-B9A5-53C4-480B69E49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41913" y="4974245"/>
              <a:ext cx="296304" cy="348358"/>
            </a:xfrm>
            <a:prstGeom prst="rect">
              <a:avLst/>
            </a:prstGeom>
          </p:spPr>
        </p:pic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02A27F0-6E5B-2D5E-3E4B-F679988CEB7B}"/>
                </a:ext>
              </a:extLst>
            </p:cNvPr>
            <p:cNvGrpSpPr/>
            <p:nvPr/>
          </p:nvGrpSpPr>
          <p:grpSpPr>
            <a:xfrm>
              <a:off x="-1538479" y="5164782"/>
              <a:ext cx="148981" cy="137981"/>
              <a:chOff x="6914751" y="416975"/>
              <a:chExt cx="148981" cy="137981"/>
            </a:xfrm>
          </p:grpSpPr>
          <p:sp>
            <p:nvSpPr>
              <p:cNvPr id="14" name="Oval 136">
                <a:extLst>
                  <a:ext uri="{FF2B5EF4-FFF2-40B4-BE49-F238E27FC236}">
                    <a16:creationId xmlns:a16="http://schemas.microsoft.com/office/drawing/2014/main" id="{5BECCE35-82FA-93FB-1861-F915C3A49A50}"/>
                  </a:ext>
                </a:extLst>
              </p:cNvPr>
              <p:cNvSpPr/>
              <p:nvPr/>
            </p:nvSpPr>
            <p:spPr>
              <a:xfrm>
                <a:off x="6914751" y="416975"/>
                <a:ext cx="147047" cy="1379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pic>
            <p:nvPicPr>
              <p:cNvPr id="15" name="Picture 48">
                <a:extLst>
                  <a:ext uri="{FF2B5EF4-FFF2-40B4-BE49-F238E27FC236}">
                    <a16:creationId xmlns:a16="http://schemas.microsoft.com/office/drawing/2014/main" id="{4FEBE060-B190-751D-5227-DD99E86C6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5408" y="440997"/>
                <a:ext cx="148324" cy="101509"/>
              </a:xfrm>
              <a:prstGeom prst="rect">
                <a:avLst/>
              </a:prstGeom>
            </p:spPr>
          </p:pic>
        </p:grpSp>
        <p:pic>
          <p:nvPicPr>
            <p:cNvPr id="16" name="Picture 2" descr="Json file - Free interface icons">
              <a:extLst>
                <a:ext uri="{FF2B5EF4-FFF2-40B4-BE49-F238E27FC236}">
                  <a16:creationId xmlns:a16="http://schemas.microsoft.com/office/drawing/2014/main" id="{6296CB1F-4283-A968-3B5E-1F625B1A4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568373" y="5022971"/>
              <a:ext cx="290277" cy="281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直接箭头连接符 101">
              <a:extLst>
                <a:ext uri="{FF2B5EF4-FFF2-40B4-BE49-F238E27FC236}">
                  <a16:creationId xmlns:a16="http://schemas.microsoft.com/office/drawing/2014/main" id="{68717B87-EF72-07BA-CEFA-DBCF9C3BE47F}"/>
                </a:ext>
              </a:extLst>
            </p:cNvPr>
            <p:cNvCxnSpPr>
              <a:cxnSpLocks/>
            </p:cNvCxnSpPr>
            <p:nvPr/>
          </p:nvCxnSpPr>
          <p:spPr>
            <a:xfrm>
              <a:off x="-2233243" y="5254137"/>
              <a:ext cx="462775" cy="0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101">
              <a:extLst>
                <a:ext uri="{FF2B5EF4-FFF2-40B4-BE49-F238E27FC236}">
                  <a16:creationId xmlns:a16="http://schemas.microsoft.com/office/drawing/2014/main" id="{D01E304D-55BA-D496-4244-831C230921E3}"/>
                </a:ext>
              </a:extLst>
            </p:cNvPr>
            <p:cNvCxnSpPr>
              <a:cxnSpLocks/>
            </p:cNvCxnSpPr>
            <p:nvPr/>
          </p:nvCxnSpPr>
          <p:spPr>
            <a:xfrm>
              <a:off x="-1365793" y="5236536"/>
              <a:ext cx="435143" cy="0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114">
              <a:extLst>
                <a:ext uri="{FF2B5EF4-FFF2-40B4-BE49-F238E27FC236}">
                  <a16:creationId xmlns:a16="http://schemas.microsoft.com/office/drawing/2014/main" id="{0AB35BF0-5FE9-69BD-894F-978664CD604F}"/>
                </a:ext>
              </a:extLst>
            </p:cNvPr>
            <p:cNvSpPr txBox="1"/>
            <p:nvPr/>
          </p:nvSpPr>
          <p:spPr>
            <a:xfrm>
              <a:off x="-1738572" y="5668280"/>
              <a:ext cx="125925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Action Execution Sequences (AES)</a:t>
              </a:r>
              <a:endParaRPr lang="zh-CN" alt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6B4D533E-6C67-A255-7657-B3702A97BCDA}"/>
                </a:ext>
              </a:extLst>
            </p:cNvPr>
            <p:cNvGrpSpPr/>
            <p:nvPr/>
          </p:nvGrpSpPr>
          <p:grpSpPr>
            <a:xfrm>
              <a:off x="-2669597" y="5738737"/>
              <a:ext cx="1066766" cy="415497"/>
              <a:chOff x="2182285" y="2012650"/>
              <a:chExt cx="1003019" cy="320800"/>
            </a:xfrm>
          </p:grpSpPr>
          <p:sp>
            <p:nvSpPr>
              <p:cNvPr id="26" name="箭头: V 形 25">
                <a:extLst>
                  <a:ext uri="{FF2B5EF4-FFF2-40B4-BE49-F238E27FC236}">
                    <a16:creationId xmlns:a16="http://schemas.microsoft.com/office/drawing/2014/main" id="{88AC7A5F-620C-C66F-8A62-6B743D23D9B6}"/>
                  </a:ext>
                </a:extLst>
              </p:cNvPr>
              <p:cNvSpPr/>
              <p:nvPr/>
            </p:nvSpPr>
            <p:spPr>
              <a:xfrm>
                <a:off x="2182285" y="2124321"/>
                <a:ext cx="346075" cy="86059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头: V 形 26">
                <a:extLst>
                  <a:ext uri="{FF2B5EF4-FFF2-40B4-BE49-F238E27FC236}">
                    <a16:creationId xmlns:a16="http://schemas.microsoft.com/office/drawing/2014/main" id="{2354520B-DA1F-7DE3-F88F-637463708D5A}"/>
                  </a:ext>
                </a:extLst>
              </p:cNvPr>
              <p:cNvSpPr/>
              <p:nvPr/>
            </p:nvSpPr>
            <p:spPr>
              <a:xfrm>
                <a:off x="2510387" y="2124321"/>
                <a:ext cx="346075" cy="86059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箭头: V 形 27">
                <a:extLst>
                  <a:ext uri="{FF2B5EF4-FFF2-40B4-BE49-F238E27FC236}">
                    <a16:creationId xmlns:a16="http://schemas.microsoft.com/office/drawing/2014/main" id="{AF4A0841-92A7-CE00-BA09-6AF3D44D2655}"/>
                  </a:ext>
                </a:extLst>
              </p:cNvPr>
              <p:cNvSpPr/>
              <p:nvPr/>
            </p:nvSpPr>
            <p:spPr>
              <a:xfrm>
                <a:off x="2839229" y="2124609"/>
                <a:ext cx="346075" cy="86059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箭头: V 形 28">
                <a:extLst>
                  <a:ext uri="{FF2B5EF4-FFF2-40B4-BE49-F238E27FC236}">
                    <a16:creationId xmlns:a16="http://schemas.microsoft.com/office/drawing/2014/main" id="{3256AA38-B8F1-7B52-66C8-A41CE1F34DC7}"/>
                  </a:ext>
                </a:extLst>
              </p:cNvPr>
              <p:cNvSpPr/>
              <p:nvPr/>
            </p:nvSpPr>
            <p:spPr>
              <a:xfrm>
                <a:off x="2821679" y="2226674"/>
                <a:ext cx="191968" cy="106776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箭头: V 形 29">
                <a:extLst>
                  <a:ext uri="{FF2B5EF4-FFF2-40B4-BE49-F238E27FC236}">
                    <a16:creationId xmlns:a16="http://schemas.microsoft.com/office/drawing/2014/main" id="{C8B21F46-6FDC-B839-C099-D7121B037DEA}"/>
                  </a:ext>
                </a:extLst>
              </p:cNvPr>
              <p:cNvSpPr/>
              <p:nvPr/>
            </p:nvSpPr>
            <p:spPr>
              <a:xfrm>
                <a:off x="2647261" y="2012650"/>
                <a:ext cx="191968" cy="93293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箭头: V 形 30">
                <a:extLst>
                  <a:ext uri="{FF2B5EF4-FFF2-40B4-BE49-F238E27FC236}">
                    <a16:creationId xmlns:a16="http://schemas.microsoft.com/office/drawing/2014/main" id="{17001BE4-BC61-555D-2FA4-6D6D4EE8413B}"/>
                  </a:ext>
                </a:extLst>
              </p:cNvPr>
              <p:cNvSpPr/>
              <p:nvPr/>
            </p:nvSpPr>
            <p:spPr>
              <a:xfrm>
                <a:off x="2839229" y="2012651"/>
                <a:ext cx="191968" cy="93293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文本框 114">
              <a:extLst>
                <a:ext uri="{FF2B5EF4-FFF2-40B4-BE49-F238E27FC236}">
                  <a16:creationId xmlns:a16="http://schemas.microsoft.com/office/drawing/2014/main" id="{F690FC58-12B7-E780-7843-2FA2BA45178B}"/>
                </a:ext>
              </a:extLst>
            </p:cNvPr>
            <p:cNvSpPr txBox="1"/>
            <p:nvPr/>
          </p:nvSpPr>
          <p:spPr>
            <a:xfrm>
              <a:off x="-1498022" y="4948284"/>
              <a:ext cx="742933" cy="328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US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Action Unit Parse</a:t>
              </a:r>
              <a:endParaRPr lang="en-HK" altLang="zh-CN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文本框 114">
              <a:extLst>
                <a:ext uri="{FF2B5EF4-FFF2-40B4-BE49-F238E27FC236}">
                  <a16:creationId xmlns:a16="http://schemas.microsoft.com/office/drawing/2014/main" id="{8FAA679F-DD63-EDBD-BA97-8BFC73A9A116}"/>
                </a:ext>
              </a:extLst>
            </p:cNvPr>
            <p:cNvSpPr txBox="1"/>
            <p:nvPr/>
          </p:nvSpPr>
          <p:spPr>
            <a:xfrm>
              <a:off x="-2215091" y="5361208"/>
              <a:ext cx="1492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Structured Actions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BBFF889D-11F4-3824-9227-A08B457770FF}"/>
                </a:ext>
              </a:extLst>
            </p:cNvPr>
            <p:cNvGrpSpPr/>
            <p:nvPr/>
          </p:nvGrpSpPr>
          <p:grpSpPr>
            <a:xfrm>
              <a:off x="-851060" y="5097230"/>
              <a:ext cx="393859" cy="202428"/>
              <a:chOff x="3803393" y="982205"/>
              <a:chExt cx="393859" cy="202428"/>
            </a:xfrm>
          </p:grpSpPr>
          <p:sp>
            <p:nvSpPr>
              <p:cNvPr id="36" name="箭头: V 形 35">
                <a:extLst>
                  <a:ext uri="{FF2B5EF4-FFF2-40B4-BE49-F238E27FC236}">
                    <a16:creationId xmlns:a16="http://schemas.microsoft.com/office/drawing/2014/main" id="{3C5D3A2E-48CD-10E5-3588-F08D6C6F1085}"/>
                  </a:ext>
                </a:extLst>
              </p:cNvPr>
              <p:cNvSpPr/>
              <p:nvPr/>
            </p:nvSpPr>
            <p:spPr>
              <a:xfrm>
                <a:off x="3823913" y="988850"/>
                <a:ext cx="319538" cy="137980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文本框 114">
                <a:extLst>
                  <a:ext uri="{FF2B5EF4-FFF2-40B4-BE49-F238E27FC236}">
                    <a16:creationId xmlns:a16="http://schemas.microsoft.com/office/drawing/2014/main" id="{F61D22C9-3B10-30C2-3F2A-9C8C4E486CD7}"/>
                  </a:ext>
                </a:extLst>
              </p:cNvPr>
              <p:cNvSpPr txBox="1"/>
              <p:nvPr/>
            </p:nvSpPr>
            <p:spPr>
              <a:xfrm>
                <a:off x="3803393" y="982205"/>
                <a:ext cx="393859" cy="202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400"/>
                  </a:lnSpc>
                </a:pPr>
                <a:r>
                  <a:rPr lang="en-US" altLang="zh-CN" sz="6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Action </a:t>
                </a:r>
              </a:p>
              <a:p>
                <a:pPr algn="ctr">
                  <a:lnSpc>
                    <a:spcPts val="400"/>
                  </a:lnSpc>
                </a:pPr>
                <a:r>
                  <a:rPr lang="en-US" altLang="zh-CN" sz="6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Unit</a:t>
                </a:r>
                <a:endParaRPr lang="en-HK" altLang="zh-CN" sz="6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469" name="组合 468">
            <a:extLst>
              <a:ext uri="{FF2B5EF4-FFF2-40B4-BE49-F238E27FC236}">
                <a16:creationId xmlns:a16="http://schemas.microsoft.com/office/drawing/2014/main" id="{19F81428-D878-FC18-C47D-56059A2D8F65}"/>
              </a:ext>
            </a:extLst>
          </p:cNvPr>
          <p:cNvGrpSpPr/>
          <p:nvPr/>
        </p:nvGrpSpPr>
        <p:grpSpPr>
          <a:xfrm>
            <a:off x="4398602" y="3220730"/>
            <a:ext cx="4079306" cy="1647824"/>
            <a:chOff x="-169649" y="4659391"/>
            <a:chExt cx="4079306" cy="1647824"/>
          </a:xfrm>
        </p:grpSpPr>
        <p:sp>
          <p:nvSpPr>
            <p:cNvPr id="3" name="Rectangle 147">
              <a:extLst>
                <a:ext uri="{FF2B5EF4-FFF2-40B4-BE49-F238E27FC236}">
                  <a16:creationId xmlns:a16="http://schemas.microsoft.com/office/drawing/2014/main" id="{9CEE017C-5E48-B3ED-99D5-948A815625D7}"/>
                </a:ext>
              </a:extLst>
            </p:cNvPr>
            <p:cNvSpPr/>
            <p:nvPr/>
          </p:nvSpPr>
          <p:spPr>
            <a:xfrm>
              <a:off x="-169649" y="4659391"/>
              <a:ext cx="4011975" cy="1647824"/>
            </a:xfrm>
            <a:prstGeom prst="rect">
              <a:avLst/>
            </a:prstGeom>
            <a:solidFill>
              <a:srgbClr val="F1C10F">
                <a:alpha val="15000"/>
              </a:srgbClr>
            </a:solidFill>
            <a:ln w="12700">
              <a:solidFill>
                <a:srgbClr val="F1C1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Runtime Scene Exploration</a:t>
              </a:r>
              <a:endParaRPr lang="en-HK" altLang="zh-CN" sz="1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文本框 114">
              <a:extLst>
                <a:ext uri="{FF2B5EF4-FFF2-40B4-BE49-F238E27FC236}">
                  <a16:creationId xmlns:a16="http://schemas.microsoft.com/office/drawing/2014/main" id="{5EF0F19C-8B5C-2708-EF5C-AEDB5473F137}"/>
                </a:ext>
              </a:extLst>
            </p:cNvPr>
            <p:cNvSpPr txBox="1"/>
            <p:nvPr/>
          </p:nvSpPr>
          <p:spPr>
            <a:xfrm>
              <a:off x="1690989" y="5242112"/>
              <a:ext cx="5513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Scene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8" name="Picture 55">
              <a:extLst>
                <a:ext uri="{FF2B5EF4-FFF2-40B4-BE49-F238E27FC236}">
                  <a16:creationId xmlns:a16="http://schemas.microsoft.com/office/drawing/2014/main" id="{1392C6E8-BFE4-86B0-B430-77FEC636F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7793" y="5020655"/>
              <a:ext cx="288202" cy="296127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DE821614-D352-B061-1E4F-1C3119045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5619" y="5264223"/>
              <a:ext cx="287326" cy="287326"/>
            </a:xfrm>
            <a:prstGeom prst="rect">
              <a:avLst/>
            </a:prstGeom>
          </p:spPr>
        </p:pic>
        <p:sp>
          <p:nvSpPr>
            <p:cNvPr id="20" name="文本框 114">
              <a:extLst>
                <a:ext uri="{FF2B5EF4-FFF2-40B4-BE49-F238E27FC236}">
                  <a16:creationId xmlns:a16="http://schemas.microsoft.com/office/drawing/2014/main" id="{BA124AE1-75A6-0073-97AB-AA4442C1DE0C}"/>
                </a:ext>
              </a:extLst>
            </p:cNvPr>
            <p:cNvSpPr txBox="1"/>
            <p:nvPr/>
          </p:nvSpPr>
          <p:spPr>
            <a:xfrm>
              <a:off x="3090327" y="5275432"/>
              <a:ext cx="819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VRAgent</a:t>
              </a:r>
              <a:endParaRPr lang="zh-CN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文本框 114">
              <a:extLst>
                <a:ext uri="{FF2B5EF4-FFF2-40B4-BE49-F238E27FC236}">
                  <a16:creationId xmlns:a16="http://schemas.microsoft.com/office/drawing/2014/main" id="{F33A11C2-40DC-49CE-4EE1-C487CBDC7D49}"/>
                </a:ext>
              </a:extLst>
            </p:cNvPr>
            <p:cNvSpPr txBox="1"/>
            <p:nvPr/>
          </p:nvSpPr>
          <p:spPr>
            <a:xfrm>
              <a:off x="63894" y="5785339"/>
              <a:ext cx="549484" cy="23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Load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493D59B-E100-55EF-4322-4578034DC931}"/>
                </a:ext>
              </a:extLst>
            </p:cNvPr>
            <p:cNvGrpSpPr/>
            <p:nvPr/>
          </p:nvGrpSpPr>
          <p:grpSpPr>
            <a:xfrm>
              <a:off x="494673" y="5772371"/>
              <a:ext cx="549482" cy="254110"/>
              <a:chOff x="3150263" y="924198"/>
              <a:chExt cx="393859" cy="189777"/>
            </a:xfrm>
          </p:grpSpPr>
          <p:sp>
            <p:nvSpPr>
              <p:cNvPr id="39" name="箭头: V 形 38">
                <a:extLst>
                  <a:ext uri="{FF2B5EF4-FFF2-40B4-BE49-F238E27FC236}">
                    <a16:creationId xmlns:a16="http://schemas.microsoft.com/office/drawing/2014/main" id="{2C68A4BE-E611-2441-1312-A91298BE9717}"/>
                  </a:ext>
                </a:extLst>
              </p:cNvPr>
              <p:cNvSpPr/>
              <p:nvPr/>
            </p:nvSpPr>
            <p:spPr>
              <a:xfrm>
                <a:off x="3199234" y="936270"/>
                <a:ext cx="319538" cy="137980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文本框 114">
                <a:extLst>
                  <a:ext uri="{FF2B5EF4-FFF2-40B4-BE49-F238E27FC236}">
                    <a16:creationId xmlns:a16="http://schemas.microsoft.com/office/drawing/2014/main" id="{46E52345-F2B3-0068-F7C1-2F9EE98076BB}"/>
                  </a:ext>
                </a:extLst>
              </p:cNvPr>
              <p:cNvSpPr txBox="1"/>
              <p:nvPr/>
            </p:nvSpPr>
            <p:spPr>
              <a:xfrm>
                <a:off x="3150263" y="924198"/>
                <a:ext cx="393859" cy="189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600"/>
                  </a:lnSpc>
                </a:pPr>
                <a:r>
                  <a:rPr lang="en-US" altLang="zh-CN" sz="8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Action </a:t>
                </a:r>
              </a:p>
              <a:p>
                <a:pPr algn="ctr">
                  <a:lnSpc>
                    <a:spcPts val="600"/>
                  </a:lnSpc>
                </a:pPr>
                <a:r>
                  <a:rPr lang="en-US" altLang="zh-CN" sz="8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Unit</a:t>
                </a:r>
                <a:endParaRPr lang="en-HK" altLang="zh-CN" sz="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15BA3D7E-A311-EF9A-5149-9A739701E84B}"/>
                </a:ext>
              </a:extLst>
            </p:cNvPr>
            <p:cNvGrpSpPr/>
            <p:nvPr/>
          </p:nvGrpSpPr>
          <p:grpSpPr>
            <a:xfrm>
              <a:off x="986117" y="5491834"/>
              <a:ext cx="1684964" cy="748487"/>
              <a:chOff x="5369886" y="1922608"/>
              <a:chExt cx="1684964" cy="748487"/>
            </a:xfrm>
          </p:grpSpPr>
          <p:sp>
            <p:nvSpPr>
              <p:cNvPr id="44" name="Rectangle: Rounded Corners 259">
                <a:extLst>
                  <a:ext uri="{FF2B5EF4-FFF2-40B4-BE49-F238E27FC236}">
                    <a16:creationId xmlns:a16="http://schemas.microsoft.com/office/drawing/2014/main" id="{26D0E5B9-4A78-10FB-41A8-9D4C56DD1F44}"/>
                  </a:ext>
                </a:extLst>
              </p:cNvPr>
              <p:cNvSpPr/>
              <p:nvPr/>
            </p:nvSpPr>
            <p:spPr>
              <a:xfrm>
                <a:off x="5542665" y="1986438"/>
                <a:ext cx="1512185" cy="68465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cap="rnd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400"/>
                  </a:lnSpc>
                </a:pPr>
                <a:endParaRPr lang="en-HK" sz="14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46" name="Picture 16" descr="scriptable objects">
                <a:extLst>
                  <a:ext uri="{FF2B5EF4-FFF2-40B4-BE49-F238E27FC236}">
                    <a16:creationId xmlns:a16="http://schemas.microsoft.com/office/drawing/2014/main" id="{D60AF276-03B0-5153-1B81-4B2FFFE152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93851" y="2233977"/>
                <a:ext cx="606743" cy="3477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973AD758-C6E8-6BD5-A34C-C8138D72A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09269" y="2125632"/>
                <a:ext cx="217553" cy="232584"/>
              </a:xfrm>
              <a:prstGeom prst="rect">
                <a:avLst/>
              </a:prstGeom>
            </p:spPr>
          </p:pic>
          <p:sp>
            <p:nvSpPr>
              <p:cNvPr id="48" name="文本框 114">
                <a:extLst>
                  <a:ext uri="{FF2B5EF4-FFF2-40B4-BE49-F238E27FC236}">
                    <a16:creationId xmlns:a16="http://schemas.microsoft.com/office/drawing/2014/main" id="{54619D6E-40EC-091D-5873-53CAEC4F1A63}"/>
                  </a:ext>
                </a:extLst>
              </p:cNvPr>
              <p:cNvSpPr txBox="1"/>
              <p:nvPr/>
            </p:nvSpPr>
            <p:spPr>
              <a:xfrm>
                <a:off x="5369886" y="1922608"/>
                <a:ext cx="16613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Parameters Binding</a:t>
                </a:r>
                <a:endParaRPr lang="zh-CN" altLang="en-US" sz="12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文本框 114">
                <a:extLst>
                  <a:ext uri="{FF2B5EF4-FFF2-40B4-BE49-F238E27FC236}">
                    <a16:creationId xmlns:a16="http://schemas.microsoft.com/office/drawing/2014/main" id="{0A806948-9488-A702-CF3C-B1D48D125446}"/>
                  </a:ext>
                </a:extLst>
              </p:cNvPr>
              <p:cNvSpPr txBox="1"/>
              <p:nvPr/>
            </p:nvSpPr>
            <p:spPr>
              <a:xfrm>
                <a:off x="5644495" y="2285335"/>
                <a:ext cx="742933" cy="212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900"/>
                  </a:lnSpc>
                </a:pPr>
                <a:r>
                  <a:rPr lang="en-US" altLang="zh-CN" sz="10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Objects</a:t>
                </a:r>
                <a:endParaRPr lang="en-HK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文本框 114">
                <a:extLst>
                  <a:ext uri="{FF2B5EF4-FFF2-40B4-BE49-F238E27FC236}">
                    <a16:creationId xmlns:a16="http://schemas.microsoft.com/office/drawing/2014/main" id="{F47DC7CC-B6BA-6B51-A3E1-8EBDE254E51A}"/>
                  </a:ext>
                </a:extLst>
              </p:cNvPr>
              <p:cNvSpPr txBox="1"/>
              <p:nvPr/>
            </p:nvSpPr>
            <p:spPr>
              <a:xfrm>
                <a:off x="5642997" y="2134865"/>
                <a:ext cx="984190" cy="212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900"/>
                  </a:lnSpc>
                </a:pPr>
                <a:r>
                  <a:rPr lang="en-US" altLang="zh-CN" sz="10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Action Type</a:t>
                </a:r>
                <a:endParaRPr lang="en-HK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53" name="图片 52">
                <a:extLst>
                  <a:ext uri="{FF2B5EF4-FFF2-40B4-BE49-F238E27FC236}">
                    <a16:creationId xmlns:a16="http://schemas.microsoft.com/office/drawing/2014/main" id="{8D7A2DA5-B34B-2EEA-544E-3BEA38FFA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40471" y="2425272"/>
                <a:ext cx="167167" cy="16716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</p:pic>
          <p:sp>
            <p:nvSpPr>
              <p:cNvPr id="54" name="左大括号 53">
                <a:extLst>
                  <a:ext uri="{FF2B5EF4-FFF2-40B4-BE49-F238E27FC236}">
                    <a16:creationId xmlns:a16="http://schemas.microsoft.com/office/drawing/2014/main" id="{F8ED6EAA-D10A-FC76-AB6B-EF85729D6AF9}"/>
                  </a:ext>
                </a:extLst>
              </p:cNvPr>
              <p:cNvSpPr/>
              <p:nvPr/>
            </p:nvSpPr>
            <p:spPr>
              <a:xfrm>
                <a:off x="5690137" y="2199607"/>
                <a:ext cx="118085" cy="360870"/>
              </a:xfrm>
              <a:prstGeom prst="leftBrace">
                <a:avLst/>
              </a:prstGeom>
              <a:ln>
                <a:solidFill>
                  <a:srgbClr val="215F9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文本框 114">
                <a:extLst>
                  <a:ext uri="{FF2B5EF4-FFF2-40B4-BE49-F238E27FC236}">
                    <a16:creationId xmlns:a16="http://schemas.microsoft.com/office/drawing/2014/main" id="{04AD2C92-C97F-9043-56DA-2FFB1BBE75C9}"/>
                  </a:ext>
                </a:extLst>
              </p:cNvPr>
              <p:cNvSpPr txBox="1"/>
              <p:nvPr/>
            </p:nvSpPr>
            <p:spPr>
              <a:xfrm>
                <a:off x="5709102" y="2416874"/>
                <a:ext cx="531177" cy="212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900"/>
                  </a:lnSpc>
                </a:pPr>
                <a:r>
                  <a:rPr lang="en-US" altLang="zh-CN" sz="10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Other</a:t>
                </a:r>
                <a:endParaRPr lang="en-HK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7" name="直接箭头连接符 101">
                <a:extLst>
                  <a:ext uri="{FF2B5EF4-FFF2-40B4-BE49-F238E27FC236}">
                    <a16:creationId xmlns:a16="http://schemas.microsoft.com/office/drawing/2014/main" id="{57B0E1E6-5DC9-1F05-E7F4-0DAEC6EFF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62649" y="2248822"/>
                <a:ext cx="348126" cy="0"/>
              </a:xfrm>
              <a:prstGeom prst="straightConnector1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  <a:prstDash val="sysDot"/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101">
                <a:extLst>
                  <a:ext uri="{FF2B5EF4-FFF2-40B4-BE49-F238E27FC236}">
                    <a16:creationId xmlns:a16="http://schemas.microsoft.com/office/drawing/2014/main" id="{542F5F2A-F237-7159-8FFC-FAD3044CDE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32499" y="2387512"/>
                <a:ext cx="348126" cy="0"/>
              </a:xfrm>
              <a:prstGeom prst="straightConnector1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  <a:prstDash val="sysDot"/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Rectangle: Rounded Corners 259">
              <a:extLst>
                <a:ext uri="{FF2B5EF4-FFF2-40B4-BE49-F238E27FC236}">
                  <a16:creationId xmlns:a16="http://schemas.microsoft.com/office/drawing/2014/main" id="{86B50D6C-9C00-AD26-6475-A32FF1CB50AA}"/>
                </a:ext>
              </a:extLst>
            </p:cNvPr>
            <p:cNvSpPr/>
            <p:nvPr/>
          </p:nvSpPr>
          <p:spPr>
            <a:xfrm>
              <a:off x="-142529" y="5426682"/>
              <a:ext cx="549483" cy="277000"/>
            </a:xfrm>
            <a:prstGeom prst="roundRect">
              <a:avLst/>
            </a:prstGeom>
            <a:solidFill>
              <a:schemeClr val="bg1"/>
            </a:solidFill>
            <a:ln cap="rnd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400"/>
                </a:lnSpc>
              </a:pPr>
              <a:r>
                <a:rPr lang="en-US" sz="14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AES</a:t>
              </a:r>
              <a:endParaRPr lang="en-HK" sz="1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3" name="连接符: 肘形 62">
              <a:extLst>
                <a:ext uri="{FF2B5EF4-FFF2-40B4-BE49-F238E27FC236}">
                  <a16:creationId xmlns:a16="http://schemas.microsoft.com/office/drawing/2014/main" id="{EF3CABD6-A434-ED87-B75B-7DC39241F3F3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flipV="1">
              <a:off x="2684710" y="5583209"/>
              <a:ext cx="815282" cy="53326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连接符: 肘形 447">
              <a:extLst>
                <a:ext uri="{FF2B5EF4-FFF2-40B4-BE49-F238E27FC236}">
                  <a16:creationId xmlns:a16="http://schemas.microsoft.com/office/drawing/2014/main" id="{163CB77D-22BF-CB4D-D40F-C746FE6913BA}"/>
                </a:ext>
              </a:extLst>
            </p:cNvPr>
            <p:cNvCxnSpPr>
              <a:cxnSpLocks/>
              <a:stCxn id="62" idx="2"/>
            </p:cNvCxnSpPr>
            <p:nvPr/>
          </p:nvCxnSpPr>
          <p:spPr>
            <a:xfrm rot="16200000" flipH="1">
              <a:off x="479109" y="5356785"/>
              <a:ext cx="332891" cy="1026683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连接符: 肘形 448">
              <a:extLst>
                <a:ext uri="{FF2B5EF4-FFF2-40B4-BE49-F238E27FC236}">
                  <a16:creationId xmlns:a16="http://schemas.microsoft.com/office/drawing/2014/main" id="{1D2FF3D8-F53A-2E1A-52DD-A7E53E81919D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rot="16200000" flipV="1">
              <a:off x="2744084" y="4519523"/>
              <a:ext cx="120602" cy="1391215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箭头连接符 101">
              <a:extLst>
                <a:ext uri="{FF2B5EF4-FFF2-40B4-BE49-F238E27FC236}">
                  <a16:creationId xmlns:a16="http://schemas.microsoft.com/office/drawing/2014/main" id="{BD15AF28-C1A7-5E8D-1745-475AB2B9A71C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1499177" y="5168719"/>
              <a:ext cx="268616" cy="2125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2" name="流程图: 决策 451">
              <a:extLst>
                <a:ext uri="{FF2B5EF4-FFF2-40B4-BE49-F238E27FC236}">
                  <a16:creationId xmlns:a16="http://schemas.microsoft.com/office/drawing/2014/main" id="{1A93BBB5-7E55-C19C-3A00-270642E92353}"/>
                </a:ext>
              </a:extLst>
            </p:cNvPr>
            <p:cNvSpPr/>
            <p:nvPr/>
          </p:nvSpPr>
          <p:spPr>
            <a:xfrm>
              <a:off x="472077" y="5009478"/>
              <a:ext cx="1171021" cy="328709"/>
            </a:xfrm>
            <a:prstGeom prst="flowChartDecision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>
                  <a:solidFill>
                    <a:schemeClr val="tx1"/>
                  </a:solidFill>
                </a:rPr>
                <a:t>Finish Testing?</a:t>
              </a:r>
              <a:endParaRPr lang="zh-CN" altLang="en-US" sz="800">
                <a:solidFill>
                  <a:schemeClr val="tx1"/>
                </a:solidFill>
              </a:endParaRPr>
            </a:p>
          </p:txBody>
        </p:sp>
        <p:sp>
          <p:nvSpPr>
            <p:cNvPr id="453" name="流程图: 终止 452">
              <a:extLst>
                <a:ext uri="{FF2B5EF4-FFF2-40B4-BE49-F238E27FC236}">
                  <a16:creationId xmlns:a16="http://schemas.microsoft.com/office/drawing/2014/main" id="{A1E67609-CABE-56AA-719E-F25D450D0FF8}"/>
                </a:ext>
              </a:extLst>
            </p:cNvPr>
            <p:cNvSpPr/>
            <p:nvPr/>
          </p:nvSpPr>
          <p:spPr>
            <a:xfrm>
              <a:off x="39101" y="4839271"/>
              <a:ext cx="517708" cy="157757"/>
            </a:xfrm>
            <a:prstGeom prst="flowChartTerminator">
              <a:avLst/>
            </a:prstGeom>
            <a:solidFill>
              <a:srgbClr val="FF5D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/>
                <a:t>End</a:t>
              </a:r>
              <a:endParaRPr lang="zh-CN" altLang="en-US" sz="900"/>
            </a:p>
          </p:txBody>
        </p:sp>
        <p:cxnSp>
          <p:nvCxnSpPr>
            <p:cNvPr id="454" name="连接符: 肘形 453">
              <a:extLst>
                <a:ext uri="{FF2B5EF4-FFF2-40B4-BE49-F238E27FC236}">
                  <a16:creationId xmlns:a16="http://schemas.microsoft.com/office/drawing/2014/main" id="{CEF0E61E-6BCF-9920-3346-0946EB3AD4D4}"/>
                </a:ext>
              </a:extLst>
            </p:cNvPr>
            <p:cNvCxnSpPr>
              <a:cxnSpLocks/>
              <a:stCxn id="452" idx="1"/>
              <a:endCxn id="62" idx="0"/>
            </p:cNvCxnSpPr>
            <p:nvPr/>
          </p:nvCxnSpPr>
          <p:spPr>
            <a:xfrm rot="10800000" flipV="1">
              <a:off x="132213" y="5173832"/>
              <a:ext cx="339864" cy="25284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矩形 454">
              <a:extLst>
                <a:ext uri="{FF2B5EF4-FFF2-40B4-BE49-F238E27FC236}">
                  <a16:creationId xmlns:a16="http://schemas.microsoft.com/office/drawing/2014/main" id="{242D16E8-F9DF-48F3-A8CE-E13BEFEA0BB3}"/>
                </a:ext>
              </a:extLst>
            </p:cNvPr>
            <p:cNvSpPr/>
            <p:nvPr/>
          </p:nvSpPr>
          <p:spPr>
            <a:xfrm>
              <a:off x="2758354" y="5734744"/>
              <a:ext cx="692047" cy="2385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800"/>
                </a:lnSpc>
              </a:pPr>
              <a:r>
                <a:rPr lang="en-US" altLang="zh-CN" sz="800">
                  <a:solidFill>
                    <a:schemeClr val="tx1"/>
                  </a:solidFill>
                </a:rPr>
                <a:t>Executable </a:t>
              </a:r>
              <a:r>
                <a:rPr lang="en-US" altLang="zh-CN" sz="8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Interaction</a:t>
              </a:r>
              <a:endParaRPr lang="zh-CN" altLang="en-US"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57" name="组合 456">
              <a:extLst>
                <a:ext uri="{FF2B5EF4-FFF2-40B4-BE49-F238E27FC236}">
                  <a16:creationId xmlns:a16="http://schemas.microsoft.com/office/drawing/2014/main" id="{460DF3D4-E49E-093C-8326-FCD11FA7AA40}"/>
                </a:ext>
              </a:extLst>
            </p:cNvPr>
            <p:cNvGrpSpPr/>
            <p:nvPr/>
          </p:nvGrpSpPr>
          <p:grpSpPr>
            <a:xfrm>
              <a:off x="3314007" y="5858967"/>
              <a:ext cx="148981" cy="137981"/>
              <a:chOff x="6914751" y="416975"/>
              <a:chExt cx="148981" cy="137981"/>
            </a:xfrm>
          </p:grpSpPr>
          <p:sp>
            <p:nvSpPr>
              <p:cNvPr id="459" name="Oval 136">
                <a:extLst>
                  <a:ext uri="{FF2B5EF4-FFF2-40B4-BE49-F238E27FC236}">
                    <a16:creationId xmlns:a16="http://schemas.microsoft.com/office/drawing/2014/main" id="{1F814F26-A697-CF30-FFA8-2A39BE3D683E}"/>
                  </a:ext>
                </a:extLst>
              </p:cNvPr>
              <p:cNvSpPr/>
              <p:nvPr/>
            </p:nvSpPr>
            <p:spPr>
              <a:xfrm>
                <a:off x="6914751" y="416975"/>
                <a:ext cx="147047" cy="1379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pic>
            <p:nvPicPr>
              <p:cNvPr id="460" name="Picture 48">
                <a:extLst>
                  <a:ext uri="{FF2B5EF4-FFF2-40B4-BE49-F238E27FC236}">
                    <a16:creationId xmlns:a16="http://schemas.microsoft.com/office/drawing/2014/main" id="{6E6E8A75-523F-C7B4-FAA5-341AC372F4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5408" y="440997"/>
                <a:ext cx="148324" cy="101509"/>
              </a:xfrm>
              <a:prstGeom prst="rect">
                <a:avLst/>
              </a:prstGeom>
            </p:spPr>
          </p:pic>
        </p:grpSp>
        <p:sp>
          <p:nvSpPr>
            <p:cNvPr id="461" name="文本框 114">
              <a:extLst>
                <a:ext uri="{FF2B5EF4-FFF2-40B4-BE49-F238E27FC236}">
                  <a16:creationId xmlns:a16="http://schemas.microsoft.com/office/drawing/2014/main" id="{FC425ADC-2BAA-6D17-B9FC-092DCCA0936E}"/>
                </a:ext>
              </a:extLst>
            </p:cNvPr>
            <p:cNvSpPr txBox="1"/>
            <p:nvPr/>
          </p:nvSpPr>
          <p:spPr>
            <a:xfrm>
              <a:off x="2055995" y="5149267"/>
              <a:ext cx="951865" cy="23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Interact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2" name="文本框 114">
              <a:extLst>
                <a:ext uri="{FF2B5EF4-FFF2-40B4-BE49-F238E27FC236}">
                  <a16:creationId xmlns:a16="http://schemas.microsoft.com/office/drawing/2014/main" id="{D470E602-1D81-95A2-7A77-E25405B07044}"/>
                </a:ext>
              </a:extLst>
            </p:cNvPr>
            <p:cNvSpPr txBox="1"/>
            <p:nvPr/>
          </p:nvSpPr>
          <p:spPr>
            <a:xfrm>
              <a:off x="84389" y="5145716"/>
              <a:ext cx="549484" cy="23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3" name="文本框 114">
              <a:extLst>
                <a:ext uri="{FF2B5EF4-FFF2-40B4-BE49-F238E27FC236}">
                  <a16:creationId xmlns:a16="http://schemas.microsoft.com/office/drawing/2014/main" id="{A59E076C-6361-9843-CE9C-CED35A50257B}"/>
                </a:ext>
              </a:extLst>
            </p:cNvPr>
            <p:cNvSpPr txBox="1"/>
            <p:nvPr/>
          </p:nvSpPr>
          <p:spPr>
            <a:xfrm>
              <a:off x="560213" y="4890609"/>
              <a:ext cx="416896" cy="23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Yes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64" name="连接符: 肘形 463">
              <a:extLst>
                <a:ext uri="{FF2B5EF4-FFF2-40B4-BE49-F238E27FC236}">
                  <a16:creationId xmlns:a16="http://schemas.microsoft.com/office/drawing/2014/main" id="{F19D09D0-35DE-02B1-23C0-B06135EA991F}"/>
                </a:ext>
              </a:extLst>
            </p:cNvPr>
            <p:cNvCxnSpPr>
              <a:cxnSpLocks/>
              <a:stCxn id="452" idx="0"/>
              <a:endCxn id="453" idx="3"/>
            </p:cNvCxnSpPr>
            <p:nvPr/>
          </p:nvCxnSpPr>
          <p:spPr>
            <a:xfrm rot="16200000" flipV="1">
              <a:off x="761535" y="4713424"/>
              <a:ext cx="91328" cy="50077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直接箭头连接符 101">
            <a:extLst>
              <a:ext uri="{FF2B5EF4-FFF2-40B4-BE49-F238E27FC236}">
                <a16:creationId xmlns:a16="http://schemas.microsoft.com/office/drawing/2014/main" id="{47717CA2-03F0-F745-ACE6-A25F33CD6D32}"/>
              </a:ext>
            </a:extLst>
          </p:cNvPr>
          <p:cNvCxnSpPr>
            <a:cxnSpLocks/>
          </p:cNvCxnSpPr>
          <p:nvPr/>
        </p:nvCxnSpPr>
        <p:spPr>
          <a:xfrm>
            <a:off x="4107919" y="3818254"/>
            <a:ext cx="27222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01">
            <a:extLst>
              <a:ext uri="{FF2B5EF4-FFF2-40B4-BE49-F238E27FC236}">
                <a16:creationId xmlns:a16="http://schemas.microsoft.com/office/drawing/2014/main" id="{821F0FA1-E65A-AF41-1751-97BB755A83F2}"/>
              </a:ext>
            </a:extLst>
          </p:cNvPr>
          <p:cNvCxnSpPr>
            <a:cxnSpLocks/>
          </p:cNvCxnSpPr>
          <p:nvPr/>
        </p:nvCxnSpPr>
        <p:spPr>
          <a:xfrm flipH="1">
            <a:off x="2110213" y="2248924"/>
            <a:ext cx="602237" cy="536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C3BA6FCE-45E6-48DF-CBD8-678A2E8B634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009" y="2305633"/>
            <a:ext cx="170932" cy="200133"/>
          </a:xfrm>
          <a:prstGeom prst="rect">
            <a:avLst/>
          </a:prstGeom>
        </p:spPr>
      </p:pic>
      <p:sp>
        <p:nvSpPr>
          <p:cNvPr id="148" name="Rectangle 147">
            <a:extLst>
              <a:ext uri="{FF2B5EF4-FFF2-40B4-BE49-F238E27FC236}">
                <a16:creationId xmlns:a16="http://schemas.microsoft.com/office/drawing/2014/main" id="{C7BA59D4-FCB9-DC8A-6AC8-589C5444171D}"/>
              </a:ext>
            </a:extLst>
          </p:cNvPr>
          <p:cNvSpPr/>
          <p:nvPr/>
        </p:nvSpPr>
        <p:spPr>
          <a:xfrm>
            <a:off x="300259" y="1518817"/>
            <a:ext cx="1793873" cy="1462905"/>
          </a:xfrm>
          <a:prstGeom prst="rect">
            <a:avLst/>
          </a:prstGeom>
          <a:solidFill>
            <a:schemeClr val="accent5">
              <a:lumMod val="20000"/>
              <a:lumOff val="80000"/>
              <a:alpha val="37000"/>
            </a:scheme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9E2829BC-6977-A47A-59F6-BAF0899EB3B2}"/>
              </a:ext>
            </a:extLst>
          </p:cNvPr>
          <p:cNvSpPr/>
          <p:nvPr/>
        </p:nvSpPr>
        <p:spPr>
          <a:xfrm>
            <a:off x="688249" y="2721848"/>
            <a:ext cx="1106021" cy="1899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HK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</a:t>
            </a:r>
            <a:r>
              <a:rPr lang="en-US" altLang="zh-CN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Plan</a:t>
            </a:r>
            <a:endParaRPr lang="en-HK" sz="12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6542ADD0-341D-64CC-913B-87A2582750C7}"/>
              </a:ext>
            </a:extLst>
          </p:cNvPr>
          <p:cNvSpPr/>
          <p:nvPr/>
        </p:nvSpPr>
        <p:spPr>
          <a:xfrm>
            <a:off x="479447" y="2334060"/>
            <a:ext cx="1106021" cy="1899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Prompt</a:t>
            </a:r>
            <a:endParaRPr lang="zh-CN" alt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0" name="Picture 449">
            <a:extLst>
              <a:ext uri="{FF2B5EF4-FFF2-40B4-BE49-F238E27FC236}">
                <a16:creationId xmlns:a16="http://schemas.microsoft.com/office/drawing/2014/main" id="{08F40E78-D212-974D-34C8-D93EE9FDED7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74" y="2013075"/>
            <a:ext cx="289751" cy="289751"/>
          </a:xfrm>
          <a:prstGeom prst="rect">
            <a:avLst/>
          </a:prstGeom>
        </p:spPr>
      </p:pic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9A400B7F-ACE9-82CD-4950-DAC859E0845F}"/>
              </a:ext>
            </a:extLst>
          </p:cNvPr>
          <p:cNvSpPr/>
          <p:nvPr/>
        </p:nvSpPr>
        <p:spPr>
          <a:xfrm>
            <a:off x="471800" y="1781991"/>
            <a:ext cx="1097755" cy="186493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Prompt</a:t>
            </a:r>
            <a:endParaRPr lang="zh-CN" alt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6" name="Picture 455">
            <a:extLst>
              <a:ext uri="{FF2B5EF4-FFF2-40B4-BE49-F238E27FC236}">
                <a16:creationId xmlns:a16="http://schemas.microsoft.com/office/drawing/2014/main" id="{0527F42C-228C-006B-E322-ADA7FC676BD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58" y="1741206"/>
            <a:ext cx="271869" cy="271869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ECD32518-3C57-3D07-91FC-443E25311A7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209" y="2275219"/>
            <a:ext cx="276999" cy="276999"/>
          </a:xfrm>
          <a:prstGeom prst="rect">
            <a:avLst/>
          </a:prstGeom>
        </p:spPr>
      </p:pic>
      <p:pic>
        <p:nvPicPr>
          <p:cNvPr id="458" name="Picture 457">
            <a:extLst>
              <a:ext uri="{FF2B5EF4-FFF2-40B4-BE49-F238E27FC236}">
                <a16:creationId xmlns:a16="http://schemas.microsoft.com/office/drawing/2014/main" id="{395BC098-C30C-7174-19EE-1A5494218CD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83" y="2551846"/>
            <a:ext cx="135535" cy="129972"/>
          </a:xfrm>
          <a:prstGeom prst="rect">
            <a:avLst/>
          </a:prstGeom>
        </p:spPr>
      </p:pic>
      <p:sp>
        <p:nvSpPr>
          <p:cNvPr id="202" name="文本框 114">
            <a:extLst>
              <a:ext uri="{FF2B5EF4-FFF2-40B4-BE49-F238E27FC236}">
                <a16:creationId xmlns:a16="http://schemas.microsoft.com/office/drawing/2014/main" id="{368F10E6-862D-DA61-AECD-DAE9E51670E3}"/>
              </a:ext>
            </a:extLst>
          </p:cNvPr>
          <p:cNvSpPr txBox="1"/>
          <p:nvPr/>
        </p:nvSpPr>
        <p:spPr>
          <a:xfrm>
            <a:off x="221573" y="1509011"/>
            <a:ext cx="19813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200">
                <a:latin typeface="Calibri"/>
                <a:ea typeface="Calibri"/>
                <a:cs typeface="Calibri"/>
              </a:rPr>
              <a:t>Context-aware Conversation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Rectangle: Rounded Corners 153">
            <a:extLst>
              <a:ext uri="{FF2B5EF4-FFF2-40B4-BE49-F238E27FC236}">
                <a16:creationId xmlns:a16="http://schemas.microsoft.com/office/drawing/2014/main" id="{884EEACD-E8CB-6BEA-49EC-58F0659AF845}"/>
              </a:ext>
            </a:extLst>
          </p:cNvPr>
          <p:cNvSpPr/>
          <p:nvPr/>
        </p:nvSpPr>
        <p:spPr>
          <a:xfrm>
            <a:off x="784394" y="2060766"/>
            <a:ext cx="1241786" cy="175007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 Explanation</a:t>
            </a:r>
          </a:p>
        </p:txBody>
      </p:sp>
      <p:pic>
        <p:nvPicPr>
          <p:cNvPr id="83" name="Picture 449">
            <a:extLst>
              <a:ext uri="{FF2B5EF4-FFF2-40B4-BE49-F238E27FC236}">
                <a16:creationId xmlns:a16="http://schemas.microsoft.com/office/drawing/2014/main" id="{4FB1CB45-800F-E007-B60A-4C24C62EC13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69" y="2680099"/>
            <a:ext cx="240147" cy="208039"/>
          </a:xfrm>
          <a:prstGeom prst="rect">
            <a:avLst/>
          </a:prstGeom>
        </p:spPr>
      </p:pic>
      <p:cxnSp>
        <p:nvCxnSpPr>
          <p:cNvPr id="92" name="直接箭头连接符 101">
            <a:extLst>
              <a:ext uri="{FF2B5EF4-FFF2-40B4-BE49-F238E27FC236}">
                <a16:creationId xmlns:a16="http://schemas.microsoft.com/office/drawing/2014/main" id="{B21F3F52-2ED5-D5C4-2AAA-74D7F69B95CC}"/>
              </a:ext>
            </a:extLst>
          </p:cNvPr>
          <p:cNvCxnSpPr>
            <a:cxnSpLocks/>
          </p:cNvCxnSpPr>
          <p:nvPr/>
        </p:nvCxnSpPr>
        <p:spPr>
          <a:xfrm>
            <a:off x="693755" y="3046792"/>
            <a:ext cx="0" cy="39890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114">
            <a:extLst>
              <a:ext uri="{FF2B5EF4-FFF2-40B4-BE49-F238E27FC236}">
                <a16:creationId xmlns:a16="http://schemas.microsoft.com/office/drawing/2014/main" id="{77CA9881-E5E3-2CE9-FB58-1BB01CA6CCE2}"/>
              </a:ext>
            </a:extLst>
          </p:cNvPr>
          <p:cNvSpPr txBox="1"/>
          <p:nvPr/>
        </p:nvSpPr>
        <p:spPr>
          <a:xfrm>
            <a:off x="1319550" y="49148"/>
            <a:ext cx="198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400">
                <a:latin typeface="Calibri"/>
                <a:ea typeface="Calibri"/>
                <a:cs typeface="Calibri"/>
              </a:rPr>
              <a:t>Data Collection</a:t>
            </a:r>
          </a:p>
        </p:txBody>
      </p:sp>
      <p:sp>
        <p:nvSpPr>
          <p:cNvPr id="465" name="文本框 114">
            <a:extLst>
              <a:ext uri="{FF2B5EF4-FFF2-40B4-BE49-F238E27FC236}">
                <a16:creationId xmlns:a16="http://schemas.microsoft.com/office/drawing/2014/main" id="{6F83BA4C-EF02-51F6-FE16-118E171D7943}"/>
              </a:ext>
            </a:extLst>
          </p:cNvPr>
          <p:cNvSpPr txBox="1"/>
          <p:nvPr/>
        </p:nvSpPr>
        <p:spPr>
          <a:xfrm>
            <a:off x="5683392" y="69396"/>
            <a:ext cx="198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400">
                <a:latin typeface="Calibri"/>
                <a:ea typeface="Calibri"/>
                <a:cs typeface="Calibri"/>
              </a:rPr>
              <a:t>Dependency Extraction</a:t>
            </a:r>
            <a:endParaRPr lang="zh-CN" altLang="en-US"/>
          </a:p>
        </p:txBody>
      </p:sp>
      <p:sp>
        <p:nvSpPr>
          <p:cNvPr id="466" name="文本框 114">
            <a:extLst>
              <a:ext uri="{FF2B5EF4-FFF2-40B4-BE49-F238E27FC236}">
                <a16:creationId xmlns:a16="http://schemas.microsoft.com/office/drawing/2014/main" id="{67868256-2745-AFF1-D968-2E791B90C165}"/>
              </a:ext>
            </a:extLst>
          </p:cNvPr>
          <p:cNvSpPr txBox="1"/>
          <p:nvPr/>
        </p:nvSpPr>
        <p:spPr>
          <a:xfrm>
            <a:off x="1169483" y="1281592"/>
            <a:ext cx="258203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400">
                <a:latin typeface="Calibri"/>
                <a:ea typeface="Calibri"/>
                <a:cs typeface="Calibri"/>
              </a:rPr>
              <a:t>LLM-based Test Plan Generation</a:t>
            </a:r>
            <a:endParaRPr lang="zh-CN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C8C968C-E9EC-BA6D-19B3-27E1F70249B2}"/>
              </a:ext>
            </a:extLst>
          </p:cNvPr>
          <p:cNvSpPr/>
          <p:nvPr/>
        </p:nvSpPr>
        <p:spPr>
          <a:xfrm>
            <a:off x="3472879" y="1884636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7D9D143-9F1F-3562-F355-6BE144C2E27E}"/>
              </a:ext>
            </a:extLst>
          </p:cNvPr>
          <p:cNvSpPr/>
          <p:nvPr/>
        </p:nvSpPr>
        <p:spPr>
          <a:xfrm>
            <a:off x="3172509" y="2080516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" name="椭圆 466">
            <a:extLst>
              <a:ext uri="{FF2B5EF4-FFF2-40B4-BE49-F238E27FC236}">
                <a16:creationId xmlns:a16="http://schemas.microsoft.com/office/drawing/2014/main" id="{815D9C1B-CC3D-0BEA-62CF-092E815D5557}"/>
              </a:ext>
            </a:extLst>
          </p:cNvPr>
          <p:cNvSpPr/>
          <p:nvPr/>
        </p:nvSpPr>
        <p:spPr>
          <a:xfrm>
            <a:off x="3470876" y="2189073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椭圆 469">
            <a:extLst>
              <a:ext uri="{FF2B5EF4-FFF2-40B4-BE49-F238E27FC236}">
                <a16:creationId xmlns:a16="http://schemas.microsoft.com/office/drawing/2014/main" id="{E6907A03-947E-6859-11FB-6283BE70F257}"/>
              </a:ext>
            </a:extLst>
          </p:cNvPr>
          <p:cNvSpPr/>
          <p:nvPr/>
        </p:nvSpPr>
        <p:spPr>
          <a:xfrm>
            <a:off x="3775970" y="2080515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2" name="直接箭头连接符 101">
            <a:extLst>
              <a:ext uri="{FF2B5EF4-FFF2-40B4-BE49-F238E27FC236}">
                <a16:creationId xmlns:a16="http://schemas.microsoft.com/office/drawing/2014/main" id="{7874AFF0-C65B-D143-0C91-E7F18DA911CD}"/>
              </a:ext>
            </a:extLst>
          </p:cNvPr>
          <p:cNvCxnSpPr>
            <a:cxnSpLocks/>
          </p:cNvCxnSpPr>
          <p:nvPr/>
        </p:nvCxnSpPr>
        <p:spPr>
          <a:xfrm flipH="1">
            <a:off x="3540036" y="2033656"/>
            <a:ext cx="2527" cy="17306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直接箭头连接符 101">
            <a:extLst>
              <a:ext uri="{FF2B5EF4-FFF2-40B4-BE49-F238E27FC236}">
                <a16:creationId xmlns:a16="http://schemas.microsoft.com/office/drawing/2014/main" id="{90C8989A-F056-FED8-3C42-95404668A62F}"/>
              </a:ext>
            </a:extLst>
          </p:cNvPr>
          <p:cNvCxnSpPr>
            <a:cxnSpLocks/>
          </p:cNvCxnSpPr>
          <p:nvPr/>
        </p:nvCxnSpPr>
        <p:spPr>
          <a:xfrm>
            <a:off x="3592198" y="2015793"/>
            <a:ext cx="182131" cy="101609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直接箭头连接符 101">
            <a:extLst>
              <a:ext uri="{FF2B5EF4-FFF2-40B4-BE49-F238E27FC236}">
                <a16:creationId xmlns:a16="http://schemas.microsoft.com/office/drawing/2014/main" id="{30B41032-B6CC-8E67-FBF2-094241E52C47}"/>
              </a:ext>
            </a:extLst>
          </p:cNvPr>
          <p:cNvCxnSpPr>
            <a:cxnSpLocks/>
          </p:cNvCxnSpPr>
          <p:nvPr/>
        </p:nvCxnSpPr>
        <p:spPr>
          <a:xfrm flipH="1">
            <a:off x="3311659" y="2003885"/>
            <a:ext cx="157407" cy="131382"/>
          </a:xfrm>
          <a:prstGeom prst="straightConnector1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文本框 114">
            <a:extLst>
              <a:ext uri="{FF2B5EF4-FFF2-40B4-BE49-F238E27FC236}">
                <a16:creationId xmlns:a16="http://schemas.microsoft.com/office/drawing/2014/main" id="{DF7E1D5B-6B6E-6116-EE78-AF49BB536444}"/>
              </a:ext>
            </a:extLst>
          </p:cNvPr>
          <p:cNvSpPr txBox="1"/>
          <p:nvPr/>
        </p:nvSpPr>
        <p:spPr>
          <a:xfrm>
            <a:off x="2945244" y="1716522"/>
            <a:ext cx="1259436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Interactable </a:t>
            </a:r>
            <a:r>
              <a:rPr lang="en-US" altLang="zh-CN" sz="900" err="1">
                <a:latin typeface="Calibri"/>
                <a:ea typeface="Calibri"/>
                <a:cs typeface="Calibri"/>
              </a:rPr>
              <a:t>GObjs</a:t>
            </a:r>
            <a:endParaRPr lang="zh-CN" altLang="en-US" sz="900">
              <a:ea typeface="等线"/>
            </a:endParaRPr>
          </a:p>
        </p:txBody>
      </p:sp>
      <p:sp>
        <p:nvSpPr>
          <p:cNvPr id="476" name="文本框 114">
            <a:extLst>
              <a:ext uri="{FF2B5EF4-FFF2-40B4-BE49-F238E27FC236}">
                <a16:creationId xmlns:a16="http://schemas.microsoft.com/office/drawing/2014/main" id="{EF734AC2-C1FE-9208-83C2-20E64BB7AF37}"/>
              </a:ext>
            </a:extLst>
          </p:cNvPr>
          <p:cNvSpPr txBox="1"/>
          <p:nvPr/>
        </p:nvSpPr>
        <p:spPr>
          <a:xfrm>
            <a:off x="3135449" y="2295281"/>
            <a:ext cx="7959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900">
                <a:latin typeface="Calibri"/>
                <a:ea typeface="Calibri"/>
                <a:cs typeface="Calibri"/>
              </a:rPr>
              <a:t>Child </a:t>
            </a:r>
            <a:r>
              <a:rPr lang="en-US" altLang="zh-CN" sz="900" err="1">
                <a:latin typeface="Calibri"/>
                <a:ea typeface="Calibri"/>
                <a:cs typeface="Calibri"/>
              </a:rPr>
              <a:t>GObjs</a:t>
            </a:r>
            <a:endParaRPr lang="zh-CN" altLang="en-US" sz="900">
              <a:ea typeface="等线"/>
            </a:endParaRPr>
          </a:p>
        </p:txBody>
      </p:sp>
      <p:sp>
        <p:nvSpPr>
          <p:cNvPr id="477" name="文本框 114">
            <a:extLst>
              <a:ext uri="{FF2B5EF4-FFF2-40B4-BE49-F238E27FC236}">
                <a16:creationId xmlns:a16="http://schemas.microsoft.com/office/drawing/2014/main" id="{DF7E1D5B-6B6E-6116-EE78-AF49BB536444}"/>
              </a:ext>
            </a:extLst>
          </p:cNvPr>
          <p:cNvSpPr txBox="1"/>
          <p:nvPr/>
        </p:nvSpPr>
        <p:spPr>
          <a:xfrm>
            <a:off x="2639552" y="1974791"/>
            <a:ext cx="7590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6532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3064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9597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06129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32661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59193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5726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12258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Mono</a:t>
            </a:r>
          </a:p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Comp</a:t>
            </a:r>
          </a:p>
        </p:txBody>
      </p:sp>
      <p:sp>
        <p:nvSpPr>
          <p:cNvPr id="478" name="文本框 114">
            <a:extLst>
              <a:ext uri="{FF2B5EF4-FFF2-40B4-BE49-F238E27FC236}">
                <a16:creationId xmlns:a16="http://schemas.microsoft.com/office/drawing/2014/main" id="{E2B9B47A-8C96-86E0-8A3E-6B5D4E0CEDF8}"/>
              </a:ext>
            </a:extLst>
          </p:cNvPr>
          <p:cNvSpPr txBox="1"/>
          <p:nvPr/>
        </p:nvSpPr>
        <p:spPr>
          <a:xfrm>
            <a:off x="3749250" y="2012551"/>
            <a:ext cx="759064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6532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3064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9597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06129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32661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59193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5726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12258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Scene Interaction </a:t>
            </a:r>
            <a:r>
              <a:rPr lang="en-US" altLang="zh-CN" sz="900" err="1">
                <a:latin typeface="Calibri"/>
                <a:ea typeface="Calibri"/>
                <a:cs typeface="Calibri"/>
              </a:rPr>
              <a:t>Gobjs</a:t>
            </a:r>
            <a:endParaRPr lang="zh-CN" altLang="en-US" sz="900">
              <a:ea typeface="等线"/>
            </a:endParaRPr>
          </a:p>
        </p:txBody>
      </p:sp>
      <p:sp>
        <p:nvSpPr>
          <p:cNvPr id="479" name="文本框 114">
            <a:extLst>
              <a:ext uri="{FF2B5EF4-FFF2-40B4-BE49-F238E27FC236}">
                <a16:creationId xmlns:a16="http://schemas.microsoft.com/office/drawing/2014/main" id="{FC7DBD46-70A0-048C-107A-9F306BD86326}"/>
              </a:ext>
            </a:extLst>
          </p:cNvPr>
          <p:cNvSpPr txBox="1"/>
          <p:nvPr/>
        </p:nvSpPr>
        <p:spPr>
          <a:xfrm>
            <a:off x="2595248" y="1519531"/>
            <a:ext cx="198139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Extracted TODG</a:t>
            </a:r>
            <a:endParaRPr lang="zh-CN" sz="1100">
              <a:ea typeface="等线"/>
            </a:endParaRPr>
          </a:p>
        </p:txBody>
      </p:sp>
      <p:sp>
        <p:nvSpPr>
          <p:cNvPr id="480" name="箭头: 右 14">
            <a:extLst>
              <a:ext uri="{FF2B5EF4-FFF2-40B4-BE49-F238E27FC236}">
                <a16:creationId xmlns:a16="http://schemas.microsoft.com/office/drawing/2014/main" id="{146A549D-0109-F636-D3AC-5955AD09CC36}"/>
              </a:ext>
            </a:extLst>
          </p:cNvPr>
          <p:cNvSpPr/>
          <p:nvPr/>
        </p:nvSpPr>
        <p:spPr>
          <a:xfrm rot="5400000">
            <a:off x="3516290" y="2603645"/>
            <a:ext cx="121760" cy="88368"/>
          </a:xfrm>
          <a:prstGeom prst="rightArrow">
            <a:avLst/>
          </a:prstGeom>
          <a:solidFill>
            <a:srgbClr val="80350E">
              <a:alpha val="31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7" name="文本框 114">
            <a:extLst>
              <a:ext uri="{FF2B5EF4-FFF2-40B4-BE49-F238E27FC236}">
                <a16:creationId xmlns:a16="http://schemas.microsoft.com/office/drawing/2014/main" id="{9167453E-9FBE-1194-0F16-BBBE5DD4900E}"/>
              </a:ext>
            </a:extLst>
          </p:cNvPr>
          <p:cNvSpPr txBox="1"/>
          <p:nvPr/>
        </p:nvSpPr>
        <p:spPr>
          <a:xfrm rot="5400000">
            <a:off x="3485812" y="2156111"/>
            <a:ext cx="19813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200">
                <a:latin typeface="Calibri"/>
                <a:ea typeface="Calibri"/>
                <a:cs typeface="Calibri"/>
              </a:rPr>
              <a:t>Prompt Design</a:t>
            </a:r>
            <a:endParaRPr lang="zh-CN" altLang="en-US" sz="1200">
              <a:latin typeface="Calibri"/>
              <a:cs typeface="Calibri"/>
            </a:endParaRPr>
          </a:p>
        </p:txBody>
      </p:sp>
      <p:pic>
        <p:nvPicPr>
          <p:cNvPr id="489" name="图片 488">
            <a:extLst>
              <a:ext uri="{FF2B5EF4-FFF2-40B4-BE49-F238E27FC236}">
                <a16:creationId xmlns:a16="http://schemas.microsoft.com/office/drawing/2014/main" id="{BEA4B8CE-838E-CDAF-60C8-8A09E6B5A2A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30459" y="2686113"/>
            <a:ext cx="326377" cy="326616"/>
          </a:xfrm>
          <a:prstGeom prst="rect">
            <a:avLst/>
          </a:prstGeom>
        </p:spPr>
      </p:pic>
      <p:sp>
        <p:nvSpPr>
          <p:cNvPr id="490" name="文本框 114">
            <a:extLst>
              <a:ext uri="{FF2B5EF4-FFF2-40B4-BE49-F238E27FC236}">
                <a16:creationId xmlns:a16="http://schemas.microsoft.com/office/drawing/2014/main" id="{4E9FABBE-7F9B-3CA2-32FA-A889CBE4B962}"/>
              </a:ext>
            </a:extLst>
          </p:cNvPr>
          <p:cNvSpPr txBox="1"/>
          <p:nvPr/>
        </p:nvSpPr>
        <p:spPr>
          <a:xfrm>
            <a:off x="3719203" y="2628395"/>
            <a:ext cx="806973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Prompt  Templates</a:t>
            </a:r>
            <a:endParaRPr lang="zh-CN"/>
          </a:p>
        </p:txBody>
      </p:sp>
      <p:sp>
        <p:nvSpPr>
          <p:cNvPr id="491" name="文本框 114">
            <a:extLst>
              <a:ext uri="{FF2B5EF4-FFF2-40B4-BE49-F238E27FC236}">
                <a16:creationId xmlns:a16="http://schemas.microsoft.com/office/drawing/2014/main" id="{F4D3D197-C561-9B32-9FD1-10DEB67CDE8B}"/>
              </a:ext>
            </a:extLst>
          </p:cNvPr>
          <p:cNvSpPr txBox="1"/>
          <p:nvPr/>
        </p:nvSpPr>
        <p:spPr>
          <a:xfrm>
            <a:off x="2551082" y="2339740"/>
            <a:ext cx="198139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...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8653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31E37-AA48-1700-645F-38A829BF8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165">
            <a:extLst>
              <a:ext uri="{FF2B5EF4-FFF2-40B4-BE49-F238E27FC236}">
                <a16:creationId xmlns:a16="http://schemas.microsoft.com/office/drawing/2014/main" id="{D2071613-010E-5C2C-86D0-6BBAEE2633E3}"/>
              </a:ext>
            </a:extLst>
          </p:cNvPr>
          <p:cNvSpPr/>
          <p:nvPr/>
        </p:nvSpPr>
        <p:spPr>
          <a:xfrm>
            <a:off x="396602" y="-65859"/>
            <a:ext cx="5951435" cy="1117441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47">
            <a:extLst>
              <a:ext uri="{FF2B5EF4-FFF2-40B4-BE49-F238E27FC236}">
                <a16:creationId xmlns:a16="http://schemas.microsoft.com/office/drawing/2014/main" id="{0C46C89D-278F-F984-9371-AF58CE8D2479}"/>
              </a:ext>
            </a:extLst>
          </p:cNvPr>
          <p:cNvSpPr/>
          <p:nvPr/>
        </p:nvSpPr>
        <p:spPr>
          <a:xfrm>
            <a:off x="7311851" y="3188944"/>
            <a:ext cx="3567698" cy="2815644"/>
          </a:xfrm>
          <a:prstGeom prst="rect">
            <a:avLst/>
          </a:prstGeom>
          <a:solidFill>
            <a:srgbClr val="F8FCAE">
              <a:alpha val="36863"/>
            </a:srgbClr>
          </a:solidFill>
          <a:ln w="12700">
            <a:solidFill>
              <a:srgbClr val="DED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Test Plan Understanding and Adaptation</a:t>
            </a:r>
            <a:endParaRPr lang="zh-CN" altLang="en-US"/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4E26EFCD-FE38-FD8E-C3C6-BC0E573A8A33}"/>
              </a:ext>
            </a:extLst>
          </p:cNvPr>
          <p:cNvSpPr/>
          <p:nvPr/>
        </p:nvSpPr>
        <p:spPr>
          <a:xfrm>
            <a:off x="703757" y="2171958"/>
            <a:ext cx="2171796" cy="393513"/>
          </a:xfrm>
          <a:prstGeom prst="roundRect">
            <a:avLst/>
          </a:prstGeom>
          <a:solidFill>
            <a:schemeClr val="bg1">
              <a:lumMod val="9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400"/>
              </a:lnSpc>
            </a:pPr>
            <a:endParaRPr lang="en-HK" sz="11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箭头: 右 14">
            <a:extLst>
              <a:ext uri="{FF2B5EF4-FFF2-40B4-BE49-F238E27FC236}">
                <a16:creationId xmlns:a16="http://schemas.microsoft.com/office/drawing/2014/main" id="{BBA13297-0CF6-168B-F52A-D04E0EACB218}"/>
              </a:ext>
            </a:extLst>
          </p:cNvPr>
          <p:cNvSpPr/>
          <p:nvPr/>
        </p:nvSpPr>
        <p:spPr>
          <a:xfrm>
            <a:off x="3222472" y="2618193"/>
            <a:ext cx="246222" cy="120597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" name="文本框 114">
            <a:extLst>
              <a:ext uri="{FF2B5EF4-FFF2-40B4-BE49-F238E27FC236}">
                <a16:creationId xmlns:a16="http://schemas.microsoft.com/office/drawing/2014/main" id="{CC6F9D2C-A47D-5A3D-076E-0DA755CAA6E4}"/>
              </a:ext>
            </a:extLst>
          </p:cNvPr>
          <p:cNvSpPr txBox="1"/>
          <p:nvPr/>
        </p:nvSpPr>
        <p:spPr>
          <a:xfrm>
            <a:off x="911799" y="2778264"/>
            <a:ext cx="656924" cy="2127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Test Plan</a:t>
            </a:r>
            <a:endParaRPr lang="en-HK" altLang="zh-CN" sz="1000">
              <a:solidFill>
                <a:prstClr val="black"/>
              </a:solidFill>
              <a:latin typeface="Calibri" panose="020F0502020204030204" pitchFamily="34" charset="0"/>
              <a:ea typeface="等线"/>
              <a:cs typeface="Calibri" panose="020F050202020403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4BCE64B-977A-6438-1B4B-2CE882B8B4EC}"/>
              </a:ext>
            </a:extLst>
          </p:cNvPr>
          <p:cNvGrpSpPr/>
          <p:nvPr/>
        </p:nvGrpSpPr>
        <p:grpSpPr>
          <a:xfrm>
            <a:off x="1969553" y="2504212"/>
            <a:ext cx="299150" cy="353099"/>
            <a:chOff x="3768309" y="2143705"/>
            <a:chExt cx="299150" cy="35309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57361B5-9CE1-FE59-0778-C66F2B566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8309" y="2143705"/>
              <a:ext cx="296304" cy="348358"/>
            </a:xfrm>
            <a:prstGeom prst="rect">
              <a:avLst/>
            </a:prstGeom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7DB72D5-CCC0-543D-0A23-60E37A6753CE}"/>
                </a:ext>
              </a:extLst>
            </p:cNvPr>
            <p:cNvGrpSpPr/>
            <p:nvPr/>
          </p:nvGrpSpPr>
          <p:grpSpPr>
            <a:xfrm>
              <a:off x="3918478" y="2358823"/>
              <a:ext cx="148981" cy="137981"/>
              <a:chOff x="6914751" y="416975"/>
              <a:chExt cx="148981" cy="137981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E393DD9B-B937-3A1E-7927-4433F6E3C251}"/>
                  </a:ext>
                </a:extLst>
              </p:cNvPr>
              <p:cNvSpPr/>
              <p:nvPr/>
            </p:nvSpPr>
            <p:spPr>
              <a:xfrm>
                <a:off x="6914751" y="416975"/>
                <a:ext cx="147047" cy="1379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98E7C299-9C96-D965-901D-0C2E6086EB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5408" y="440997"/>
                <a:ext cx="148324" cy="101509"/>
              </a:xfrm>
              <a:prstGeom prst="rect">
                <a:avLst/>
              </a:prstGeom>
            </p:spPr>
          </p:pic>
        </p:grpSp>
      </p:grpSp>
      <p:pic>
        <p:nvPicPr>
          <p:cNvPr id="8" name="Picture 2" descr="Json file - Free interface icons">
            <a:extLst>
              <a:ext uri="{FF2B5EF4-FFF2-40B4-BE49-F238E27FC236}">
                <a16:creationId xmlns:a16="http://schemas.microsoft.com/office/drawing/2014/main" id="{AC2F7CF7-E9A5-5ED7-8B5C-3AD94ED77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925" y="2540648"/>
            <a:ext cx="290277" cy="28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箭头连接符 101">
            <a:extLst>
              <a:ext uri="{FF2B5EF4-FFF2-40B4-BE49-F238E27FC236}">
                <a16:creationId xmlns:a16="http://schemas.microsoft.com/office/drawing/2014/main" id="{7DA7C820-1085-B530-DB7D-90F126D29855}"/>
              </a:ext>
            </a:extLst>
          </p:cNvPr>
          <p:cNvCxnSpPr>
            <a:cxnSpLocks/>
          </p:cNvCxnSpPr>
          <p:nvPr/>
        </p:nvCxnSpPr>
        <p:spPr>
          <a:xfrm>
            <a:off x="1402953" y="2748155"/>
            <a:ext cx="274250" cy="1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" name="文本框 114">
            <a:extLst>
              <a:ext uri="{FF2B5EF4-FFF2-40B4-BE49-F238E27FC236}">
                <a16:creationId xmlns:a16="http://schemas.microsoft.com/office/drawing/2014/main" id="{1D73F83F-ADB2-7740-3615-F87BF916D812}"/>
              </a:ext>
            </a:extLst>
          </p:cNvPr>
          <p:cNvSpPr txBox="1"/>
          <p:nvPr/>
        </p:nvSpPr>
        <p:spPr>
          <a:xfrm>
            <a:off x="4644396" y="2493620"/>
            <a:ext cx="12592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Execution Sequences (AES)</a:t>
            </a:r>
            <a:endParaRPr lang="zh-CN" altLang="en-US" sz="105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90" name="组合 489">
            <a:extLst>
              <a:ext uri="{FF2B5EF4-FFF2-40B4-BE49-F238E27FC236}">
                <a16:creationId xmlns:a16="http://schemas.microsoft.com/office/drawing/2014/main" id="{F9E12FA6-846D-A006-3F60-80C3F607C169}"/>
              </a:ext>
            </a:extLst>
          </p:cNvPr>
          <p:cNvGrpSpPr/>
          <p:nvPr/>
        </p:nvGrpSpPr>
        <p:grpSpPr>
          <a:xfrm>
            <a:off x="4103298" y="2559981"/>
            <a:ext cx="717811" cy="415497"/>
            <a:chOff x="2510387" y="2012650"/>
            <a:chExt cx="674917" cy="320800"/>
          </a:xfrm>
        </p:grpSpPr>
        <p:sp>
          <p:nvSpPr>
            <p:cNvPr id="476" name="箭头: V 形 475">
              <a:extLst>
                <a:ext uri="{FF2B5EF4-FFF2-40B4-BE49-F238E27FC236}">
                  <a16:creationId xmlns:a16="http://schemas.microsoft.com/office/drawing/2014/main" id="{D1B7AB98-D59C-6B97-6EB1-755826D4B537}"/>
                </a:ext>
              </a:extLst>
            </p:cNvPr>
            <p:cNvSpPr/>
            <p:nvPr/>
          </p:nvSpPr>
          <p:spPr>
            <a:xfrm>
              <a:off x="2510387" y="2124321"/>
              <a:ext cx="346075" cy="86059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7" name="箭头: V 形 476">
              <a:extLst>
                <a:ext uri="{FF2B5EF4-FFF2-40B4-BE49-F238E27FC236}">
                  <a16:creationId xmlns:a16="http://schemas.microsoft.com/office/drawing/2014/main" id="{C2AAD957-260E-0ADF-9048-2402C1F98CF1}"/>
                </a:ext>
              </a:extLst>
            </p:cNvPr>
            <p:cNvSpPr/>
            <p:nvPr/>
          </p:nvSpPr>
          <p:spPr>
            <a:xfrm>
              <a:off x="2839229" y="2124609"/>
              <a:ext cx="346075" cy="86059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8" name="箭头: V 形 477">
              <a:extLst>
                <a:ext uri="{FF2B5EF4-FFF2-40B4-BE49-F238E27FC236}">
                  <a16:creationId xmlns:a16="http://schemas.microsoft.com/office/drawing/2014/main" id="{D9D41235-C15E-9C70-CFBE-E725D022C9DB}"/>
                </a:ext>
              </a:extLst>
            </p:cNvPr>
            <p:cNvSpPr/>
            <p:nvPr/>
          </p:nvSpPr>
          <p:spPr>
            <a:xfrm>
              <a:off x="2821679" y="2226674"/>
              <a:ext cx="191968" cy="106776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9" name="箭头: V 形 478">
              <a:extLst>
                <a:ext uri="{FF2B5EF4-FFF2-40B4-BE49-F238E27FC236}">
                  <a16:creationId xmlns:a16="http://schemas.microsoft.com/office/drawing/2014/main" id="{C6A5EF44-400D-D562-40A1-991D23D3EA3F}"/>
                </a:ext>
              </a:extLst>
            </p:cNvPr>
            <p:cNvSpPr/>
            <p:nvPr/>
          </p:nvSpPr>
          <p:spPr>
            <a:xfrm>
              <a:off x="2647261" y="2012650"/>
              <a:ext cx="191968" cy="93293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0" name="箭头: V 形 479">
              <a:extLst>
                <a:ext uri="{FF2B5EF4-FFF2-40B4-BE49-F238E27FC236}">
                  <a16:creationId xmlns:a16="http://schemas.microsoft.com/office/drawing/2014/main" id="{8214E57D-ABC1-FEC2-989F-5CF94A73CF46}"/>
                </a:ext>
              </a:extLst>
            </p:cNvPr>
            <p:cNvSpPr/>
            <p:nvPr/>
          </p:nvSpPr>
          <p:spPr>
            <a:xfrm>
              <a:off x="2839229" y="2012651"/>
              <a:ext cx="191968" cy="93293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9" name="文本框 114">
            <a:extLst>
              <a:ext uri="{FF2B5EF4-FFF2-40B4-BE49-F238E27FC236}">
                <a16:creationId xmlns:a16="http://schemas.microsoft.com/office/drawing/2014/main" id="{80F9C844-A785-7000-BE11-D9B07D222A97}"/>
              </a:ext>
            </a:extLst>
          </p:cNvPr>
          <p:cNvSpPr txBox="1"/>
          <p:nvPr/>
        </p:nvSpPr>
        <p:spPr>
          <a:xfrm>
            <a:off x="2598575" y="2403673"/>
            <a:ext cx="1492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Actions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0195C3C-86DA-61FA-104B-839919BF39F4}"/>
              </a:ext>
            </a:extLst>
          </p:cNvPr>
          <p:cNvGrpSpPr/>
          <p:nvPr/>
        </p:nvGrpSpPr>
        <p:grpSpPr>
          <a:xfrm>
            <a:off x="2671926" y="2627197"/>
            <a:ext cx="479924" cy="198331"/>
            <a:chOff x="3803391" y="982203"/>
            <a:chExt cx="393859" cy="202428"/>
          </a:xfrm>
        </p:grpSpPr>
        <p:sp>
          <p:nvSpPr>
            <p:cNvPr id="502" name="箭头: V 形 501">
              <a:extLst>
                <a:ext uri="{FF2B5EF4-FFF2-40B4-BE49-F238E27FC236}">
                  <a16:creationId xmlns:a16="http://schemas.microsoft.com/office/drawing/2014/main" id="{2739C266-B4A1-C0C4-7579-7787D8131378}"/>
                </a:ext>
              </a:extLst>
            </p:cNvPr>
            <p:cNvSpPr/>
            <p:nvPr/>
          </p:nvSpPr>
          <p:spPr>
            <a:xfrm>
              <a:off x="3823913" y="988850"/>
              <a:ext cx="319538" cy="137980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>
                <a:solidFill>
                  <a:schemeClr val="tx1"/>
                </a:solidFill>
              </a:endParaRPr>
            </a:p>
          </p:txBody>
        </p:sp>
        <p:sp>
          <p:nvSpPr>
            <p:cNvPr id="511" name="文本框 114">
              <a:extLst>
                <a:ext uri="{FF2B5EF4-FFF2-40B4-BE49-F238E27FC236}">
                  <a16:creationId xmlns:a16="http://schemas.microsoft.com/office/drawing/2014/main" id="{16B9AA73-912A-4B69-E635-DF01A7E256C1}"/>
                </a:ext>
              </a:extLst>
            </p:cNvPr>
            <p:cNvSpPr txBox="1"/>
            <p:nvPr/>
          </p:nvSpPr>
          <p:spPr>
            <a:xfrm>
              <a:off x="3803391" y="982203"/>
              <a:ext cx="393859" cy="202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altLang="zh-CN" sz="6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Action </a:t>
              </a:r>
            </a:p>
            <a:p>
              <a:pPr algn="ctr">
                <a:lnSpc>
                  <a:spcPts val="400"/>
                </a:lnSpc>
              </a:pPr>
              <a:r>
                <a:rPr lang="en-US" altLang="zh-CN" sz="6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Unit</a:t>
              </a:r>
              <a:endParaRPr lang="en-HK" altLang="zh-CN" sz="6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04" name="Rectangle 147">
            <a:extLst>
              <a:ext uri="{FF2B5EF4-FFF2-40B4-BE49-F238E27FC236}">
                <a16:creationId xmlns:a16="http://schemas.microsoft.com/office/drawing/2014/main" id="{E6636154-D22A-6895-DC02-85CE09636282}"/>
              </a:ext>
            </a:extLst>
          </p:cNvPr>
          <p:cNvSpPr/>
          <p:nvPr/>
        </p:nvSpPr>
        <p:spPr>
          <a:xfrm>
            <a:off x="6703780" y="3334366"/>
            <a:ext cx="4225089" cy="1635532"/>
          </a:xfrm>
          <a:prstGeom prst="rect">
            <a:avLst/>
          </a:prstGeom>
          <a:solidFill>
            <a:srgbClr val="F1C10F">
              <a:alpha val="15000"/>
            </a:srgbClr>
          </a:solidFill>
          <a:ln w="12700">
            <a:solidFill>
              <a:srgbClr val="F1C1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Runtime Scene Exploration Loop</a:t>
            </a:r>
            <a:endParaRPr lang="en-HK" altLang="zh-CN" sz="14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0" name="文本框 114">
            <a:extLst>
              <a:ext uri="{FF2B5EF4-FFF2-40B4-BE49-F238E27FC236}">
                <a16:creationId xmlns:a16="http://schemas.microsoft.com/office/drawing/2014/main" id="{8AE993C9-D10E-0C9B-CBC0-882AF09404CB}"/>
              </a:ext>
            </a:extLst>
          </p:cNvPr>
          <p:cNvSpPr txBox="1"/>
          <p:nvPr/>
        </p:nvSpPr>
        <p:spPr>
          <a:xfrm>
            <a:off x="8180490" y="1457050"/>
            <a:ext cx="551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F93433D9-5C27-98CD-ED0C-7D8A5637A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293" y="1235593"/>
            <a:ext cx="288202" cy="29612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6742F2C-7670-22D0-C80A-8F58AC7ECF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119" y="1479160"/>
            <a:ext cx="287326" cy="287326"/>
          </a:xfrm>
          <a:prstGeom prst="rect">
            <a:avLst/>
          </a:prstGeom>
        </p:spPr>
      </p:pic>
      <p:sp>
        <p:nvSpPr>
          <p:cNvPr id="23" name="文本框 114">
            <a:extLst>
              <a:ext uri="{FF2B5EF4-FFF2-40B4-BE49-F238E27FC236}">
                <a16:creationId xmlns:a16="http://schemas.microsoft.com/office/drawing/2014/main" id="{F849421B-0630-AB33-7980-8707B10B625E}"/>
              </a:ext>
            </a:extLst>
          </p:cNvPr>
          <p:cNvSpPr txBox="1"/>
          <p:nvPr/>
        </p:nvSpPr>
        <p:spPr>
          <a:xfrm>
            <a:off x="9579827" y="1490370"/>
            <a:ext cx="81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VRAgent</a:t>
            </a:r>
            <a:endParaRPr lang="zh-CN" altLang="en-US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文本框 114">
            <a:extLst>
              <a:ext uri="{FF2B5EF4-FFF2-40B4-BE49-F238E27FC236}">
                <a16:creationId xmlns:a16="http://schemas.microsoft.com/office/drawing/2014/main" id="{4C4D7943-7946-ECAE-54A5-1949A93C3556}"/>
              </a:ext>
            </a:extLst>
          </p:cNvPr>
          <p:cNvSpPr txBox="1"/>
          <p:nvPr/>
        </p:nvSpPr>
        <p:spPr>
          <a:xfrm>
            <a:off x="6553394" y="2000277"/>
            <a:ext cx="549484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A43B926-5A66-5B02-D23D-2781C04314EB}"/>
              </a:ext>
            </a:extLst>
          </p:cNvPr>
          <p:cNvGrpSpPr/>
          <p:nvPr/>
        </p:nvGrpSpPr>
        <p:grpSpPr>
          <a:xfrm>
            <a:off x="6984173" y="1987308"/>
            <a:ext cx="549482" cy="254110"/>
            <a:chOff x="3150263" y="924198"/>
            <a:chExt cx="393859" cy="189777"/>
          </a:xfrm>
        </p:grpSpPr>
        <p:sp>
          <p:nvSpPr>
            <p:cNvPr id="67" name="箭头: V 形 66">
              <a:extLst>
                <a:ext uri="{FF2B5EF4-FFF2-40B4-BE49-F238E27FC236}">
                  <a16:creationId xmlns:a16="http://schemas.microsoft.com/office/drawing/2014/main" id="{4CF4ABD3-F1F2-9094-F408-99C18EA83DD0}"/>
                </a:ext>
              </a:extLst>
            </p:cNvPr>
            <p:cNvSpPr/>
            <p:nvPr/>
          </p:nvSpPr>
          <p:spPr>
            <a:xfrm>
              <a:off x="3199234" y="936270"/>
              <a:ext cx="319538" cy="137980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>
                <a:solidFill>
                  <a:schemeClr val="tx1"/>
                </a:solidFill>
              </a:endParaRPr>
            </a:p>
          </p:txBody>
        </p:sp>
        <p:sp>
          <p:nvSpPr>
            <p:cNvPr id="68" name="文本框 114">
              <a:extLst>
                <a:ext uri="{FF2B5EF4-FFF2-40B4-BE49-F238E27FC236}">
                  <a16:creationId xmlns:a16="http://schemas.microsoft.com/office/drawing/2014/main" id="{A5EC2FA9-8A86-86A5-3C00-23A290F91C91}"/>
                </a:ext>
              </a:extLst>
            </p:cNvPr>
            <p:cNvSpPr txBox="1"/>
            <p:nvPr/>
          </p:nvSpPr>
          <p:spPr>
            <a:xfrm>
              <a:off x="3150263" y="924198"/>
              <a:ext cx="393859" cy="189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00"/>
                </a:lnSpc>
              </a:pPr>
              <a:r>
                <a:rPr lang="en-US" altLang="zh-CN" sz="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Action </a:t>
              </a:r>
            </a:p>
            <a:p>
              <a:pPr algn="ctr">
                <a:lnSpc>
                  <a:spcPts val="600"/>
                </a:lnSpc>
              </a:pPr>
              <a:r>
                <a:rPr lang="en-US" altLang="zh-CN" sz="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Unit</a:t>
              </a:r>
              <a:endParaRPr lang="en-HK" altLang="zh-CN" sz="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0CB87E33-23F5-3B1E-FFF2-23A2D38CC3B6}"/>
              </a:ext>
            </a:extLst>
          </p:cNvPr>
          <p:cNvGrpSpPr/>
          <p:nvPr/>
        </p:nvGrpSpPr>
        <p:grpSpPr>
          <a:xfrm>
            <a:off x="2345248" y="719476"/>
            <a:ext cx="3516930" cy="1027060"/>
            <a:chOff x="5369886" y="1644035"/>
            <a:chExt cx="1684964" cy="1027060"/>
          </a:xfrm>
        </p:grpSpPr>
        <p:sp>
          <p:nvSpPr>
            <p:cNvPr id="70" name="Rectangle: Rounded Corners 259">
              <a:extLst>
                <a:ext uri="{FF2B5EF4-FFF2-40B4-BE49-F238E27FC236}">
                  <a16:creationId xmlns:a16="http://schemas.microsoft.com/office/drawing/2014/main" id="{4DF31CD6-5183-11DD-068C-17EF704B59BA}"/>
                </a:ext>
              </a:extLst>
            </p:cNvPr>
            <p:cNvSpPr/>
            <p:nvPr/>
          </p:nvSpPr>
          <p:spPr>
            <a:xfrm>
              <a:off x="5542665" y="1986438"/>
              <a:ext cx="1512185" cy="6846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cap="rnd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400"/>
                </a:lnSpc>
              </a:pPr>
              <a:endParaRPr lang="en-HK" sz="1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40" name="Picture 16" descr="scriptable objects">
              <a:extLst>
                <a:ext uri="{FF2B5EF4-FFF2-40B4-BE49-F238E27FC236}">
                  <a16:creationId xmlns:a16="http://schemas.microsoft.com/office/drawing/2014/main" id="{05E7CB8E-3304-299B-E972-76F582E1E6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3851" y="2233977"/>
              <a:ext cx="606743" cy="3477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  <p:pic>
          <p:nvPicPr>
            <p:cNvPr id="482" name="图片 481">
              <a:extLst>
                <a:ext uri="{FF2B5EF4-FFF2-40B4-BE49-F238E27FC236}">
                  <a16:creationId xmlns:a16="http://schemas.microsoft.com/office/drawing/2014/main" id="{E3ABA2B1-7599-8EFD-77B6-A2063A7EC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9269" y="2125632"/>
              <a:ext cx="217553" cy="2325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  <p:sp>
          <p:nvSpPr>
            <p:cNvPr id="501" name="文本框 114">
              <a:extLst>
                <a:ext uri="{FF2B5EF4-FFF2-40B4-BE49-F238E27FC236}">
                  <a16:creationId xmlns:a16="http://schemas.microsoft.com/office/drawing/2014/main" id="{666C2557-DAB4-75A0-CF99-DEB55014DAB1}"/>
                </a:ext>
              </a:extLst>
            </p:cNvPr>
            <p:cNvSpPr txBox="1"/>
            <p:nvPr/>
          </p:nvSpPr>
          <p:spPr>
            <a:xfrm>
              <a:off x="5369886" y="1644035"/>
              <a:ext cx="1661310" cy="276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Parameters Binding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5" name="文本框 114">
              <a:extLst>
                <a:ext uri="{FF2B5EF4-FFF2-40B4-BE49-F238E27FC236}">
                  <a16:creationId xmlns:a16="http://schemas.microsoft.com/office/drawing/2014/main" id="{1C10C8A9-D78B-AF08-40E8-1ACA19AB1E4B}"/>
                </a:ext>
              </a:extLst>
            </p:cNvPr>
            <p:cNvSpPr txBox="1"/>
            <p:nvPr/>
          </p:nvSpPr>
          <p:spPr>
            <a:xfrm>
              <a:off x="5644495" y="2285335"/>
              <a:ext cx="742933" cy="212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US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Objects</a:t>
              </a:r>
              <a:endParaRPr lang="en-HK" altLang="zh-CN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6" name="文本框 114">
              <a:extLst>
                <a:ext uri="{FF2B5EF4-FFF2-40B4-BE49-F238E27FC236}">
                  <a16:creationId xmlns:a16="http://schemas.microsoft.com/office/drawing/2014/main" id="{6A3056AC-C111-F26B-D505-DE1FF7F8C1AF}"/>
                </a:ext>
              </a:extLst>
            </p:cNvPr>
            <p:cNvSpPr txBox="1"/>
            <p:nvPr/>
          </p:nvSpPr>
          <p:spPr>
            <a:xfrm>
              <a:off x="5642997" y="2134865"/>
              <a:ext cx="984190" cy="212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US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Action Type</a:t>
              </a:r>
              <a:endParaRPr lang="en-HK" altLang="zh-CN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08" name="图片 507">
              <a:extLst>
                <a:ext uri="{FF2B5EF4-FFF2-40B4-BE49-F238E27FC236}">
                  <a16:creationId xmlns:a16="http://schemas.microsoft.com/office/drawing/2014/main" id="{88ACF4C5-7FB5-3CB4-93EC-D0A7EBEA7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0471" y="2425272"/>
              <a:ext cx="167167" cy="1671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  <p:sp>
          <p:nvSpPr>
            <p:cNvPr id="72" name="左大括号 71">
              <a:extLst>
                <a:ext uri="{FF2B5EF4-FFF2-40B4-BE49-F238E27FC236}">
                  <a16:creationId xmlns:a16="http://schemas.microsoft.com/office/drawing/2014/main" id="{4E52AD15-1C3A-4ADC-57E4-34A56CEF9AA3}"/>
                </a:ext>
              </a:extLst>
            </p:cNvPr>
            <p:cNvSpPr/>
            <p:nvPr/>
          </p:nvSpPr>
          <p:spPr>
            <a:xfrm>
              <a:off x="5690137" y="2199607"/>
              <a:ext cx="118085" cy="360870"/>
            </a:xfrm>
            <a:prstGeom prst="leftBrac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15F9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114">
              <a:extLst>
                <a:ext uri="{FF2B5EF4-FFF2-40B4-BE49-F238E27FC236}">
                  <a16:creationId xmlns:a16="http://schemas.microsoft.com/office/drawing/2014/main" id="{DCB8B332-A117-04F3-99A9-6E2A949DFD7E}"/>
                </a:ext>
              </a:extLst>
            </p:cNvPr>
            <p:cNvSpPr txBox="1"/>
            <p:nvPr/>
          </p:nvSpPr>
          <p:spPr>
            <a:xfrm>
              <a:off x="5709102" y="2416874"/>
              <a:ext cx="531177" cy="212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US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Other</a:t>
              </a:r>
              <a:endParaRPr lang="en-HK" altLang="zh-CN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4" name="直接箭头连接符 101">
              <a:extLst>
                <a:ext uri="{FF2B5EF4-FFF2-40B4-BE49-F238E27FC236}">
                  <a16:creationId xmlns:a16="http://schemas.microsoft.com/office/drawing/2014/main" id="{97717D36-8CE8-0B2D-A58B-6E09A7A0DA7C}"/>
                </a:ext>
              </a:extLst>
            </p:cNvPr>
            <p:cNvCxnSpPr>
              <a:cxnSpLocks/>
            </p:cNvCxnSpPr>
            <p:nvPr/>
          </p:nvCxnSpPr>
          <p:spPr>
            <a:xfrm>
              <a:off x="6462649" y="2248822"/>
              <a:ext cx="348126" cy="0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  <a:prstDash val="sysDot"/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101">
              <a:extLst>
                <a:ext uri="{FF2B5EF4-FFF2-40B4-BE49-F238E27FC236}">
                  <a16:creationId xmlns:a16="http://schemas.microsoft.com/office/drawing/2014/main" id="{154EC34B-453D-5F7F-86B4-2D4D7E4C44D9}"/>
                </a:ext>
              </a:extLst>
            </p:cNvPr>
            <p:cNvCxnSpPr>
              <a:cxnSpLocks/>
            </p:cNvCxnSpPr>
            <p:nvPr/>
          </p:nvCxnSpPr>
          <p:spPr>
            <a:xfrm>
              <a:off x="6232499" y="2387512"/>
              <a:ext cx="348126" cy="0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  <a:prstDash val="sysDot"/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8" name="Rectangle: Rounded Corners 259">
            <a:extLst>
              <a:ext uri="{FF2B5EF4-FFF2-40B4-BE49-F238E27FC236}">
                <a16:creationId xmlns:a16="http://schemas.microsoft.com/office/drawing/2014/main" id="{3866D236-4E29-5623-F06F-66A26D88ACDD}"/>
              </a:ext>
            </a:extLst>
          </p:cNvPr>
          <p:cNvSpPr/>
          <p:nvPr/>
        </p:nvSpPr>
        <p:spPr>
          <a:xfrm>
            <a:off x="6346972" y="1641619"/>
            <a:ext cx="549483" cy="277000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AES</a:t>
            </a: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2" name="连接符: 肘形 141">
            <a:extLst>
              <a:ext uri="{FF2B5EF4-FFF2-40B4-BE49-F238E27FC236}">
                <a16:creationId xmlns:a16="http://schemas.microsoft.com/office/drawing/2014/main" id="{8CBB47F0-4F94-9E1D-B3CF-0D2DD56403C3}"/>
              </a:ext>
            </a:extLst>
          </p:cNvPr>
          <p:cNvCxnSpPr>
            <a:cxnSpLocks/>
          </p:cNvCxnSpPr>
          <p:nvPr/>
        </p:nvCxnSpPr>
        <p:spPr>
          <a:xfrm flipV="1">
            <a:off x="9174210" y="1798146"/>
            <a:ext cx="815282" cy="5332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连接符: 肘形 151">
            <a:extLst>
              <a:ext uri="{FF2B5EF4-FFF2-40B4-BE49-F238E27FC236}">
                <a16:creationId xmlns:a16="http://schemas.microsoft.com/office/drawing/2014/main" id="{D3A3EB2B-126B-B4BF-F7AB-A12ED08562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68610" y="1571723"/>
            <a:ext cx="332891" cy="10266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连接符: 肘形 172">
            <a:extLst>
              <a:ext uri="{FF2B5EF4-FFF2-40B4-BE49-F238E27FC236}">
                <a16:creationId xmlns:a16="http://schemas.microsoft.com/office/drawing/2014/main" id="{9596AA01-731D-6915-BC9B-587A4497568A}"/>
              </a:ext>
            </a:extLst>
          </p:cNvPr>
          <p:cNvCxnSpPr>
            <a:cxnSpLocks/>
          </p:cNvCxnSpPr>
          <p:nvPr/>
        </p:nvCxnSpPr>
        <p:spPr>
          <a:xfrm rot="16200000" flipV="1">
            <a:off x="9233584" y="734461"/>
            <a:ext cx="120602" cy="13912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01">
            <a:extLst>
              <a:ext uri="{FF2B5EF4-FFF2-40B4-BE49-F238E27FC236}">
                <a16:creationId xmlns:a16="http://schemas.microsoft.com/office/drawing/2014/main" id="{49EEAC82-5CCA-A472-E870-C7E9D2B09A6E}"/>
              </a:ext>
            </a:extLst>
          </p:cNvPr>
          <p:cNvCxnSpPr>
            <a:cxnSpLocks/>
          </p:cNvCxnSpPr>
          <p:nvPr/>
        </p:nvCxnSpPr>
        <p:spPr>
          <a:xfrm flipH="1">
            <a:off x="7988677" y="1383657"/>
            <a:ext cx="268616" cy="212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流程图: 决策 181">
            <a:extLst>
              <a:ext uri="{FF2B5EF4-FFF2-40B4-BE49-F238E27FC236}">
                <a16:creationId xmlns:a16="http://schemas.microsoft.com/office/drawing/2014/main" id="{2BD89C61-B8BE-603C-D04A-A06BEF8635F4}"/>
              </a:ext>
            </a:extLst>
          </p:cNvPr>
          <p:cNvSpPr/>
          <p:nvPr/>
        </p:nvSpPr>
        <p:spPr>
          <a:xfrm>
            <a:off x="6982252" y="1235164"/>
            <a:ext cx="1140795" cy="307624"/>
          </a:xfrm>
          <a:prstGeom prst="flowChartDecision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</a:rPr>
              <a:t>Finish Testing?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84" name="流程图: 终止 183">
            <a:extLst>
              <a:ext uri="{FF2B5EF4-FFF2-40B4-BE49-F238E27FC236}">
                <a16:creationId xmlns:a16="http://schemas.microsoft.com/office/drawing/2014/main" id="{1E06ED37-91B8-0684-32C9-6B7B341EFA8E}"/>
              </a:ext>
            </a:extLst>
          </p:cNvPr>
          <p:cNvSpPr/>
          <p:nvPr/>
        </p:nvSpPr>
        <p:spPr>
          <a:xfrm>
            <a:off x="6528601" y="1054209"/>
            <a:ext cx="517708" cy="157757"/>
          </a:xfrm>
          <a:prstGeom prst="flowChartTerminator">
            <a:avLst/>
          </a:prstGeom>
          <a:solidFill>
            <a:srgbClr val="FF5D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/>
              <a:t>End</a:t>
            </a:r>
            <a:endParaRPr lang="zh-CN" altLang="en-US" sz="900"/>
          </a:p>
        </p:txBody>
      </p:sp>
      <p:cxnSp>
        <p:nvCxnSpPr>
          <p:cNvPr id="185" name="连接符: 肘形 184">
            <a:extLst>
              <a:ext uri="{FF2B5EF4-FFF2-40B4-BE49-F238E27FC236}">
                <a16:creationId xmlns:a16="http://schemas.microsoft.com/office/drawing/2014/main" id="{1C6A7DB6-5820-71C3-EFBA-7E574F4B50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21713" y="1388976"/>
            <a:ext cx="360538" cy="2526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矩形 1023">
            <a:extLst>
              <a:ext uri="{FF2B5EF4-FFF2-40B4-BE49-F238E27FC236}">
                <a16:creationId xmlns:a16="http://schemas.microsoft.com/office/drawing/2014/main" id="{79BFE026-C2CB-678D-9095-2F193310799C}"/>
              </a:ext>
            </a:extLst>
          </p:cNvPr>
          <p:cNvSpPr/>
          <p:nvPr/>
        </p:nvSpPr>
        <p:spPr>
          <a:xfrm>
            <a:off x="9247855" y="1949682"/>
            <a:ext cx="692047" cy="23854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800"/>
              </a:lnSpc>
            </a:pPr>
            <a:r>
              <a:rPr lang="en-US" altLang="zh-CN" sz="800">
                <a:solidFill>
                  <a:schemeClr val="tx1"/>
                </a:solidFill>
              </a:rPr>
              <a:t>Executable </a:t>
            </a:r>
            <a:r>
              <a:rPr lang="en-US" altLang="zh-CN" sz="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Interaction</a:t>
            </a:r>
            <a:endParaRPr lang="zh-CN" altLang="en-US" sz="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25" name="组合 1024">
            <a:extLst>
              <a:ext uri="{FF2B5EF4-FFF2-40B4-BE49-F238E27FC236}">
                <a16:creationId xmlns:a16="http://schemas.microsoft.com/office/drawing/2014/main" id="{0DD8D468-A917-B427-1F0C-009251B72BBD}"/>
              </a:ext>
            </a:extLst>
          </p:cNvPr>
          <p:cNvGrpSpPr/>
          <p:nvPr/>
        </p:nvGrpSpPr>
        <p:grpSpPr>
          <a:xfrm>
            <a:off x="9803508" y="2073905"/>
            <a:ext cx="148981" cy="137981"/>
            <a:chOff x="6914751" y="416975"/>
            <a:chExt cx="148981" cy="137981"/>
          </a:xfrm>
        </p:grpSpPr>
        <p:sp>
          <p:nvSpPr>
            <p:cNvPr id="1027" name="Oval 136">
              <a:extLst>
                <a:ext uri="{FF2B5EF4-FFF2-40B4-BE49-F238E27FC236}">
                  <a16:creationId xmlns:a16="http://schemas.microsoft.com/office/drawing/2014/main" id="{5EEB02F4-01AF-D761-4B76-D4C1B6C57015}"/>
                </a:ext>
              </a:extLst>
            </p:cNvPr>
            <p:cNvSpPr/>
            <p:nvPr/>
          </p:nvSpPr>
          <p:spPr>
            <a:xfrm>
              <a:off x="6914751" y="416975"/>
              <a:ext cx="147047" cy="1379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1028" name="Picture 48">
              <a:extLst>
                <a:ext uri="{FF2B5EF4-FFF2-40B4-BE49-F238E27FC236}">
                  <a16:creationId xmlns:a16="http://schemas.microsoft.com/office/drawing/2014/main" id="{8F1117AC-63D7-053E-1851-096FF2A29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5408" y="440997"/>
              <a:ext cx="148324" cy="101509"/>
            </a:xfrm>
            <a:prstGeom prst="rect">
              <a:avLst/>
            </a:prstGeom>
          </p:spPr>
        </p:pic>
      </p:grpSp>
      <p:sp>
        <p:nvSpPr>
          <p:cNvPr id="1034" name="文本框 114">
            <a:extLst>
              <a:ext uri="{FF2B5EF4-FFF2-40B4-BE49-F238E27FC236}">
                <a16:creationId xmlns:a16="http://schemas.microsoft.com/office/drawing/2014/main" id="{783F4F63-5815-AFA0-8E26-205A489BC9F4}"/>
              </a:ext>
            </a:extLst>
          </p:cNvPr>
          <p:cNvSpPr txBox="1"/>
          <p:nvPr/>
        </p:nvSpPr>
        <p:spPr>
          <a:xfrm>
            <a:off x="8545496" y="1364205"/>
            <a:ext cx="951865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2" name="文本框 114">
            <a:extLst>
              <a:ext uri="{FF2B5EF4-FFF2-40B4-BE49-F238E27FC236}">
                <a16:creationId xmlns:a16="http://schemas.microsoft.com/office/drawing/2014/main" id="{2F1FA0DF-C0DD-E877-7ECD-9A34EDF6E94A}"/>
              </a:ext>
            </a:extLst>
          </p:cNvPr>
          <p:cNvSpPr txBox="1"/>
          <p:nvPr/>
        </p:nvSpPr>
        <p:spPr>
          <a:xfrm>
            <a:off x="6573889" y="1360654"/>
            <a:ext cx="549484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5" name="文本框 114">
            <a:extLst>
              <a:ext uri="{FF2B5EF4-FFF2-40B4-BE49-F238E27FC236}">
                <a16:creationId xmlns:a16="http://schemas.microsoft.com/office/drawing/2014/main" id="{B420F498-3376-513B-CBBD-64FBB1F06672}"/>
              </a:ext>
            </a:extLst>
          </p:cNvPr>
          <p:cNvSpPr txBox="1"/>
          <p:nvPr/>
        </p:nvSpPr>
        <p:spPr>
          <a:xfrm>
            <a:off x="7044339" y="1084052"/>
            <a:ext cx="416896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54" name="连接符: 肘形 1053">
            <a:extLst>
              <a:ext uri="{FF2B5EF4-FFF2-40B4-BE49-F238E27FC236}">
                <a16:creationId xmlns:a16="http://schemas.microsoft.com/office/drawing/2014/main" id="{4FE7E010-6E64-6963-ADE2-68C3ADB2D11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248442" y="930956"/>
            <a:ext cx="102076" cy="5063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114">
            <a:extLst>
              <a:ext uri="{FF2B5EF4-FFF2-40B4-BE49-F238E27FC236}">
                <a16:creationId xmlns:a16="http://schemas.microsoft.com/office/drawing/2014/main" id="{81654D8E-8CCC-9CC9-EE56-509F0965469D}"/>
              </a:ext>
            </a:extLst>
          </p:cNvPr>
          <p:cNvSpPr txBox="1"/>
          <p:nvPr/>
        </p:nvSpPr>
        <p:spPr>
          <a:xfrm>
            <a:off x="1788169" y="2794683"/>
            <a:ext cx="656924" cy="2127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C# Class</a:t>
            </a:r>
            <a:endParaRPr lang="zh-CN" altLang="en-US"/>
          </a:p>
        </p:txBody>
      </p:sp>
      <p:cxnSp>
        <p:nvCxnSpPr>
          <p:cNvPr id="10" name="直接箭头连接符 101">
            <a:extLst>
              <a:ext uri="{FF2B5EF4-FFF2-40B4-BE49-F238E27FC236}">
                <a16:creationId xmlns:a16="http://schemas.microsoft.com/office/drawing/2014/main" id="{5EABFAAB-1FA8-8942-025F-55E433120362}"/>
              </a:ext>
            </a:extLst>
          </p:cNvPr>
          <p:cNvCxnSpPr>
            <a:cxnSpLocks/>
          </p:cNvCxnSpPr>
          <p:nvPr/>
        </p:nvCxnSpPr>
        <p:spPr>
          <a:xfrm>
            <a:off x="2328401" y="2699028"/>
            <a:ext cx="274250" cy="1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03AB97A-A7A8-9DA5-50E7-09E75F07DD19}"/>
              </a:ext>
            </a:extLst>
          </p:cNvPr>
          <p:cNvGrpSpPr/>
          <p:nvPr/>
        </p:nvGrpSpPr>
        <p:grpSpPr>
          <a:xfrm>
            <a:off x="1041664" y="4085248"/>
            <a:ext cx="6512346" cy="1073122"/>
            <a:chOff x="5561808" y="1876516"/>
            <a:chExt cx="3412519" cy="719848"/>
          </a:xfrm>
        </p:grpSpPr>
        <p:sp>
          <p:nvSpPr>
            <p:cNvPr id="12" name="Rectangle: Rounded Corners 259">
              <a:extLst>
                <a:ext uri="{FF2B5EF4-FFF2-40B4-BE49-F238E27FC236}">
                  <a16:creationId xmlns:a16="http://schemas.microsoft.com/office/drawing/2014/main" id="{79FB0CEF-E1AE-436F-AF1A-7B3A895C2EA4}"/>
                </a:ext>
              </a:extLst>
            </p:cNvPr>
            <p:cNvSpPr/>
            <p:nvPr/>
          </p:nvSpPr>
          <p:spPr>
            <a:xfrm>
              <a:off x="7462142" y="1876516"/>
              <a:ext cx="1512185" cy="6846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cap="rnd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400"/>
                </a:lnSpc>
              </a:pPr>
              <a:endParaRPr lang="en-HK" sz="1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文本框 114">
              <a:extLst>
                <a:ext uri="{FF2B5EF4-FFF2-40B4-BE49-F238E27FC236}">
                  <a16:creationId xmlns:a16="http://schemas.microsoft.com/office/drawing/2014/main" id="{EC16F5AC-EDC2-B9DD-8783-263F77B63397}"/>
                </a:ext>
              </a:extLst>
            </p:cNvPr>
            <p:cNvSpPr txBox="1"/>
            <p:nvPr/>
          </p:nvSpPr>
          <p:spPr>
            <a:xfrm>
              <a:off x="5561808" y="1876780"/>
              <a:ext cx="1517173" cy="1858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>
                  <a:ea typeface="+mn-lt"/>
                  <a:cs typeface="+mn-lt"/>
                </a:rPr>
                <a:t>Unity Object Identification and Bridging</a:t>
              </a:r>
              <a:endParaRPr lang="zh-CN">
                <a:ea typeface="+mn-lt"/>
                <a:cs typeface="+mn-lt"/>
              </a:endParaRPr>
            </a:p>
          </p:txBody>
        </p:sp>
        <p:cxnSp>
          <p:nvCxnSpPr>
            <p:cNvPr id="26" name="直接箭头连接符 101">
              <a:extLst>
                <a:ext uri="{FF2B5EF4-FFF2-40B4-BE49-F238E27FC236}">
                  <a16:creationId xmlns:a16="http://schemas.microsoft.com/office/drawing/2014/main" id="{FB200FE7-C161-57CD-12DE-5991A46DD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9992" y="2596363"/>
              <a:ext cx="442619" cy="1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  <a:prstDash val="sysDot"/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8929CA1F-41CE-27D7-D447-33393A50D6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5204" y="4595020"/>
            <a:ext cx="347963" cy="331511"/>
          </a:xfrm>
          <a:prstGeom prst="rect">
            <a:avLst/>
          </a:prstGeom>
        </p:spPr>
      </p:pic>
      <p:sp>
        <p:nvSpPr>
          <p:cNvPr id="28" name="文本框 114">
            <a:extLst>
              <a:ext uri="{FF2B5EF4-FFF2-40B4-BE49-F238E27FC236}">
                <a16:creationId xmlns:a16="http://schemas.microsoft.com/office/drawing/2014/main" id="{B5AA7D03-C404-8FE1-0EC9-1DC3A3283D3B}"/>
              </a:ext>
            </a:extLst>
          </p:cNvPr>
          <p:cNvSpPr txBox="1"/>
          <p:nvPr/>
        </p:nvSpPr>
        <p:spPr>
          <a:xfrm>
            <a:off x="2013843" y="4924950"/>
            <a:ext cx="656924" cy="2127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ID Bridge 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21C2B60-D21D-E05F-097F-7CC1A7CECC2B}"/>
              </a:ext>
            </a:extLst>
          </p:cNvPr>
          <p:cNvGrpSpPr/>
          <p:nvPr/>
        </p:nvGrpSpPr>
        <p:grpSpPr>
          <a:xfrm>
            <a:off x="1181137" y="4718958"/>
            <a:ext cx="717812" cy="415497"/>
            <a:chOff x="2510387" y="2012650"/>
            <a:chExt cx="674917" cy="320800"/>
          </a:xfrm>
        </p:grpSpPr>
        <p:sp>
          <p:nvSpPr>
            <p:cNvPr id="30" name="箭头: V 形 29">
              <a:extLst>
                <a:ext uri="{FF2B5EF4-FFF2-40B4-BE49-F238E27FC236}">
                  <a16:creationId xmlns:a16="http://schemas.microsoft.com/office/drawing/2014/main" id="{D0AF0B16-3234-211F-9312-479020582A71}"/>
                </a:ext>
              </a:extLst>
            </p:cNvPr>
            <p:cNvSpPr/>
            <p:nvPr/>
          </p:nvSpPr>
          <p:spPr>
            <a:xfrm>
              <a:off x="2510387" y="2124321"/>
              <a:ext cx="346075" cy="86059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箭头: V 形 30">
              <a:extLst>
                <a:ext uri="{FF2B5EF4-FFF2-40B4-BE49-F238E27FC236}">
                  <a16:creationId xmlns:a16="http://schemas.microsoft.com/office/drawing/2014/main" id="{5EDFBB2C-4F81-662F-5FD8-9858D49CF447}"/>
                </a:ext>
              </a:extLst>
            </p:cNvPr>
            <p:cNvSpPr/>
            <p:nvPr/>
          </p:nvSpPr>
          <p:spPr>
            <a:xfrm>
              <a:off x="2839229" y="2124609"/>
              <a:ext cx="346075" cy="86059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箭头: V 形 31">
              <a:extLst>
                <a:ext uri="{FF2B5EF4-FFF2-40B4-BE49-F238E27FC236}">
                  <a16:creationId xmlns:a16="http://schemas.microsoft.com/office/drawing/2014/main" id="{C637D48F-557D-58E6-15A1-D86CA6F07245}"/>
                </a:ext>
              </a:extLst>
            </p:cNvPr>
            <p:cNvSpPr/>
            <p:nvPr/>
          </p:nvSpPr>
          <p:spPr>
            <a:xfrm>
              <a:off x="2821679" y="2226674"/>
              <a:ext cx="191968" cy="106776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箭头: V 形 32">
              <a:extLst>
                <a:ext uri="{FF2B5EF4-FFF2-40B4-BE49-F238E27FC236}">
                  <a16:creationId xmlns:a16="http://schemas.microsoft.com/office/drawing/2014/main" id="{6A989AF9-7A76-420D-E511-B7216E3F8F94}"/>
                </a:ext>
              </a:extLst>
            </p:cNvPr>
            <p:cNvSpPr/>
            <p:nvPr/>
          </p:nvSpPr>
          <p:spPr>
            <a:xfrm>
              <a:off x="2647261" y="2012650"/>
              <a:ext cx="191968" cy="93293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箭头: V 形 33">
              <a:extLst>
                <a:ext uri="{FF2B5EF4-FFF2-40B4-BE49-F238E27FC236}">
                  <a16:creationId xmlns:a16="http://schemas.microsoft.com/office/drawing/2014/main" id="{9F998A72-3007-18E9-BD51-1A27CEBAAD70}"/>
                </a:ext>
              </a:extLst>
            </p:cNvPr>
            <p:cNvSpPr/>
            <p:nvPr/>
          </p:nvSpPr>
          <p:spPr>
            <a:xfrm>
              <a:off x="2839229" y="2012651"/>
              <a:ext cx="191968" cy="93293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文本框 114">
            <a:extLst>
              <a:ext uri="{FF2B5EF4-FFF2-40B4-BE49-F238E27FC236}">
                <a16:creationId xmlns:a16="http://schemas.microsoft.com/office/drawing/2014/main" id="{F50BDBCD-A450-BC96-F468-F1D69EB158E2}"/>
              </a:ext>
            </a:extLst>
          </p:cNvPr>
          <p:cNvSpPr txBox="1"/>
          <p:nvPr/>
        </p:nvSpPr>
        <p:spPr>
          <a:xfrm>
            <a:off x="1181721" y="5133914"/>
            <a:ext cx="656924" cy="2127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AES</a:t>
            </a:r>
            <a:endParaRPr lang="zh-CN" altLang="en-US"/>
          </a:p>
        </p:txBody>
      </p:sp>
      <p:sp>
        <p:nvSpPr>
          <p:cNvPr id="36" name="文本框 114">
            <a:extLst>
              <a:ext uri="{FF2B5EF4-FFF2-40B4-BE49-F238E27FC236}">
                <a16:creationId xmlns:a16="http://schemas.microsoft.com/office/drawing/2014/main" id="{130AEB87-ADA3-33F5-999A-EB88BE063525}"/>
              </a:ext>
            </a:extLst>
          </p:cNvPr>
          <p:cNvSpPr txBox="1"/>
          <p:nvPr/>
        </p:nvSpPr>
        <p:spPr>
          <a:xfrm>
            <a:off x="825045" y="4486674"/>
            <a:ext cx="1185612" cy="2140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Authoring Session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8" name="文本框 114">
            <a:extLst>
              <a:ext uri="{FF2B5EF4-FFF2-40B4-BE49-F238E27FC236}">
                <a16:creationId xmlns:a16="http://schemas.microsoft.com/office/drawing/2014/main" id="{9AB55DFD-F9DE-BB5A-AF20-C612475407C3}"/>
              </a:ext>
            </a:extLst>
          </p:cNvPr>
          <p:cNvSpPr txBox="1"/>
          <p:nvPr/>
        </p:nvSpPr>
        <p:spPr>
          <a:xfrm>
            <a:off x="2750682" y="4593220"/>
            <a:ext cx="1185612" cy="2140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Runtime Session</a:t>
            </a: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39" name="Picture 55">
            <a:extLst>
              <a:ext uri="{FF2B5EF4-FFF2-40B4-BE49-F238E27FC236}">
                <a16:creationId xmlns:a16="http://schemas.microsoft.com/office/drawing/2014/main" id="{9CFAF216-9D2F-762E-6A77-B952D13C7E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235" y="4779242"/>
            <a:ext cx="288202" cy="29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34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248</Words>
  <Application>Microsoft Office PowerPoint</Application>
  <PresentationFormat>自定义</PresentationFormat>
  <Paragraphs>130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Aptos</vt:lpstr>
      <vt:lpstr>Aptos Display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</dc:creator>
  <cp:lastModifiedBy>Zhengyang Zhu</cp:lastModifiedBy>
  <cp:revision>2</cp:revision>
  <dcterms:created xsi:type="dcterms:W3CDTF">2024-03-18T03:55:45Z</dcterms:created>
  <dcterms:modified xsi:type="dcterms:W3CDTF">2025-11-06T08:28:43Z</dcterms:modified>
</cp:coreProperties>
</file>