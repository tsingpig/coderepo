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6" r:id="rId2"/>
  </p:sldIdLst>
  <p:sldSz cx="6480175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CDCD"/>
    <a:srgbClr val="E34C57"/>
    <a:srgbClr val="388BEE"/>
    <a:srgbClr val="098658"/>
    <a:srgbClr val="2C9A7A"/>
    <a:srgbClr val="A31515"/>
    <a:srgbClr val="E3EE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40" autoAdjust="0"/>
    <p:restoredTop sz="94660"/>
  </p:normalViewPr>
  <p:slideViewPr>
    <p:cSldViewPr snapToGrid="0">
      <p:cViewPr>
        <p:scale>
          <a:sx n="125" d="100"/>
          <a:sy n="125" d="100"/>
        </p:scale>
        <p:origin x="2428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7EB646-8780-41CD-80AB-DB0620CC3293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106613" y="1143000"/>
            <a:ext cx="2644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EFAE49-0F48-4BA7-9EEE-29C9DDF091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009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43133" rtl="0" eaLnBrk="1" latinLnBrk="0" hangingPunct="1">
      <a:defRPr sz="844" kern="1200">
        <a:solidFill>
          <a:schemeClr val="tx1"/>
        </a:solidFill>
        <a:latin typeface="+mn-lt"/>
        <a:ea typeface="+mn-ea"/>
        <a:cs typeface="+mn-cs"/>
      </a:defRPr>
    </a:lvl1pPr>
    <a:lvl2pPr marL="321566" algn="l" defTabSz="643133" rtl="0" eaLnBrk="1" latinLnBrk="0" hangingPunct="1">
      <a:defRPr sz="844" kern="1200">
        <a:solidFill>
          <a:schemeClr val="tx1"/>
        </a:solidFill>
        <a:latin typeface="+mn-lt"/>
        <a:ea typeface="+mn-ea"/>
        <a:cs typeface="+mn-cs"/>
      </a:defRPr>
    </a:lvl2pPr>
    <a:lvl3pPr marL="643133" algn="l" defTabSz="643133" rtl="0" eaLnBrk="1" latinLnBrk="0" hangingPunct="1">
      <a:defRPr sz="844" kern="1200">
        <a:solidFill>
          <a:schemeClr val="tx1"/>
        </a:solidFill>
        <a:latin typeface="+mn-lt"/>
        <a:ea typeface="+mn-ea"/>
        <a:cs typeface="+mn-cs"/>
      </a:defRPr>
    </a:lvl3pPr>
    <a:lvl4pPr marL="964699" algn="l" defTabSz="643133" rtl="0" eaLnBrk="1" latinLnBrk="0" hangingPunct="1">
      <a:defRPr sz="844" kern="1200">
        <a:solidFill>
          <a:schemeClr val="tx1"/>
        </a:solidFill>
        <a:latin typeface="+mn-lt"/>
        <a:ea typeface="+mn-ea"/>
        <a:cs typeface="+mn-cs"/>
      </a:defRPr>
    </a:lvl4pPr>
    <a:lvl5pPr marL="1286265" algn="l" defTabSz="643133" rtl="0" eaLnBrk="1" latinLnBrk="0" hangingPunct="1">
      <a:defRPr sz="844" kern="1200">
        <a:solidFill>
          <a:schemeClr val="tx1"/>
        </a:solidFill>
        <a:latin typeface="+mn-lt"/>
        <a:ea typeface="+mn-ea"/>
        <a:cs typeface="+mn-cs"/>
      </a:defRPr>
    </a:lvl5pPr>
    <a:lvl6pPr marL="1607832" algn="l" defTabSz="643133" rtl="0" eaLnBrk="1" latinLnBrk="0" hangingPunct="1">
      <a:defRPr sz="844" kern="1200">
        <a:solidFill>
          <a:schemeClr val="tx1"/>
        </a:solidFill>
        <a:latin typeface="+mn-lt"/>
        <a:ea typeface="+mn-ea"/>
        <a:cs typeface="+mn-cs"/>
      </a:defRPr>
    </a:lvl6pPr>
    <a:lvl7pPr marL="1929398" algn="l" defTabSz="643133" rtl="0" eaLnBrk="1" latinLnBrk="0" hangingPunct="1">
      <a:defRPr sz="844" kern="1200">
        <a:solidFill>
          <a:schemeClr val="tx1"/>
        </a:solidFill>
        <a:latin typeface="+mn-lt"/>
        <a:ea typeface="+mn-ea"/>
        <a:cs typeface="+mn-cs"/>
      </a:defRPr>
    </a:lvl7pPr>
    <a:lvl8pPr marL="2250965" algn="l" defTabSz="643133" rtl="0" eaLnBrk="1" latinLnBrk="0" hangingPunct="1">
      <a:defRPr sz="844" kern="1200">
        <a:solidFill>
          <a:schemeClr val="tx1"/>
        </a:solidFill>
        <a:latin typeface="+mn-lt"/>
        <a:ea typeface="+mn-ea"/>
        <a:cs typeface="+mn-cs"/>
      </a:defRPr>
    </a:lvl8pPr>
    <a:lvl9pPr marL="2572531" algn="l" defTabSz="643133" rtl="0" eaLnBrk="1" latinLnBrk="0" hangingPunct="1">
      <a:defRPr sz="84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06613" y="1143000"/>
            <a:ext cx="26447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EFAE49-0F48-4BA7-9EEE-29C9DDF0910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6048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6013" y="1237197"/>
            <a:ext cx="5508149" cy="2631887"/>
          </a:xfrm>
        </p:spPr>
        <p:txBody>
          <a:bodyPr anchor="b"/>
          <a:lstStyle>
            <a:lvl1pPr algn="ctr">
              <a:defRPr sz="425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22" y="3970580"/>
            <a:ext cx="4860131" cy="1825171"/>
          </a:xfrm>
        </p:spPr>
        <p:txBody>
          <a:bodyPr/>
          <a:lstStyle>
            <a:lvl1pPr marL="0" indent="0" algn="ctr">
              <a:buNone/>
              <a:defRPr sz="1701"/>
            </a:lvl1pPr>
            <a:lvl2pPr marL="324018" indent="0" algn="ctr">
              <a:buNone/>
              <a:defRPr sz="1417"/>
            </a:lvl2pPr>
            <a:lvl3pPr marL="648035" indent="0" algn="ctr">
              <a:buNone/>
              <a:defRPr sz="1276"/>
            </a:lvl3pPr>
            <a:lvl4pPr marL="972053" indent="0" algn="ctr">
              <a:buNone/>
              <a:defRPr sz="1134"/>
            </a:lvl4pPr>
            <a:lvl5pPr marL="1296071" indent="0" algn="ctr">
              <a:buNone/>
              <a:defRPr sz="1134"/>
            </a:lvl5pPr>
            <a:lvl6pPr marL="1620088" indent="0" algn="ctr">
              <a:buNone/>
              <a:defRPr sz="1134"/>
            </a:lvl6pPr>
            <a:lvl7pPr marL="1944106" indent="0" algn="ctr">
              <a:buNone/>
              <a:defRPr sz="1134"/>
            </a:lvl7pPr>
            <a:lvl8pPr marL="2268123" indent="0" algn="ctr">
              <a:buNone/>
              <a:defRPr sz="1134"/>
            </a:lvl8pPr>
            <a:lvl9pPr marL="2592141" indent="0" algn="ctr">
              <a:buNone/>
              <a:defRPr sz="113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7E1D-D24D-4252-B038-6265A1770CF7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B2126-7B90-45DA-A580-65DF14D6FC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773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7E1D-D24D-4252-B038-6265A1770CF7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B2126-7B90-45DA-A580-65DF14D6FC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64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37" y="1884671"/>
            <a:ext cx="5589151" cy="3144614"/>
          </a:xfrm>
        </p:spPr>
        <p:txBody>
          <a:bodyPr anchor="b"/>
          <a:lstStyle>
            <a:lvl1pPr>
              <a:defRPr sz="425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2137" y="5059035"/>
            <a:ext cx="5589151" cy="1653678"/>
          </a:xfrm>
        </p:spPr>
        <p:txBody>
          <a:bodyPr/>
          <a:lstStyle>
            <a:lvl1pPr marL="0" indent="0">
              <a:buNone/>
              <a:defRPr sz="1701">
                <a:solidFill>
                  <a:schemeClr val="tx1"/>
                </a:solidFill>
              </a:defRPr>
            </a:lvl1pPr>
            <a:lvl2pPr marL="324018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2pPr>
            <a:lvl3pPr marL="648035" indent="0">
              <a:buNone/>
              <a:defRPr sz="1276">
                <a:solidFill>
                  <a:schemeClr val="tx1">
                    <a:tint val="75000"/>
                  </a:schemeClr>
                </a:solidFill>
              </a:defRPr>
            </a:lvl3pPr>
            <a:lvl4pPr marL="972053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4pPr>
            <a:lvl5pPr marL="129607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5pPr>
            <a:lvl6pPr marL="1620088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6pPr>
            <a:lvl7pPr marL="1944106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7pPr>
            <a:lvl8pPr marL="2268123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8pPr>
            <a:lvl9pPr marL="259214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7E1D-D24D-4252-B038-6265A1770CF7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B2126-7B90-45DA-A580-65DF14D6FC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751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5512" y="2012414"/>
            <a:ext cx="2754074" cy="47965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80589" y="2012414"/>
            <a:ext cx="2754074" cy="47965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7E1D-D24D-4252-B038-6265A1770CF7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B2126-7B90-45DA-A580-65DF14D6FC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6179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402484"/>
            <a:ext cx="5589151" cy="14611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6357" y="1853171"/>
            <a:ext cx="2741417" cy="908210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4018" indent="0">
              <a:buNone/>
              <a:defRPr sz="1417" b="1"/>
            </a:lvl2pPr>
            <a:lvl3pPr marL="648035" indent="0">
              <a:buNone/>
              <a:defRPr sz="1276" b="1"/>
            </a:lvl3pPr>
            <a:lvl4pPr marL="972053" indent="0">
              <a:buNone/>
              <a:defRPr sz="1134" b="1"/>
            </a:lvl4pPr>
            <a:lvl5pPr marL="1296071" indent="0">
              <a:buNone/>
              <a:defRPr sz="1134" b="1"/>
            </a:lvl5pPr>
            <a:lvl6pPr marL="1620088" indent="0">
              <a:buNone/>
              <a:defRPr sz="1134" b="1"/>
            </a:lvl6pPr>
            <a:lvl7pPr marL="1944106" indent="0">
              <a:buNone/>
              <a:defRPr sz="1134" b="1"/>
            </a:lvl7pPr>
            <a:lvl8pPr marL="2268123" indent="0">
              <a:buNone/>
              <a:defRPr sz="1134" b="1"/>
            </a:lvl8pPr>
            <a:lvl9pPr marL="2592141" indent="0">
              <a:buNone/>
              <a:defRPr sz="113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357" y="2761381"/>
            <a:ext cx="2741417" cy="40615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589" y="1853171"/>
            <a:ext cx="2754918" cy="908210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4018" indent="0">
              <a:buNone/>
              <a:defRPr sz="1417" b="1"/>
            </a:lvl2pPr>
            <a:lvl3pPr marL="648035" indent="0">
              <a:buNone/>
              <a:defRPr sz="1276" b="1"/>
            </a:lvl3pPr>
            <a:lvl4pPr marL="972053" indent="0">
              <a:buNone/>
              <a:defRPr sz="1134" b="1"/>
            </a:lvl4pPr>
            <a:lvl5pPr marL="1296071" indent="0">
              <a:buNone/>
              <a:defRPr sz="1134" b="1"/>
            </a:lvl5pPr>
            <a:lvl6pPr marL="1620088" indent="0">
              <a:buNone/>
              <a:defRPr sz="1134" b="1"/>
            </a:lvl6pPr>
            <a:lvl7pPr marL="1944106" indent="0">
              <a:buNone/>
              <a:defRPr sz="1134" b="1"/>
            </a:lvl7pPr>
            <a:lvl8pPr marL="2268123" indent="0">
              <a:buNone/>
              <a:defRPr sz="1134" b="1"/>
            </a:lvl8pPr>
            <a:lvl9pPr marL="2592141" indent="0">
              <a:buNone/>
              <a:defRPr sz="113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80589" y="2761381"/>
            <a:ext cx="2754918" cy="40615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7E1D-D24D-4252-B038-6265A1770CF7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B2126-7B90-45DA-A580-65DF14D6FC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468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7E1D-D24D-4252-B038-6265A1770CF7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B2126-7B90-45DA-A580-65DF14D6FC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135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7E1D-D24D-4252-B038-6265A1770CF7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B2126-7B90-45DA-A580-65DF14D6FC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9393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503978"/>
            <a:ext cx="2090025" cy="1763924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918" y="1088455"/>
            <a:ext cx="3280589" cy="5372269"/>
          </a:xfrm>
        </p:spPr>
        <p:txBody>
          <a:bodyPr/>
          <a:lstStyle>
            <a:lvl1pPr>
              <a:defRPr sz="2268"/>
            </a:lvl1pPr>
            <a:lvl2pPr>
              <a:defRPr sz="1984"/>
            </a:lvl2pPr>
            <a:lvl3pPr>
              <a:defRPr sz="1701"/>
            </a:lvl3pPr>
            <a:lvl4pPr>
              <a:defRPr sz="1417"/>
            </a:lvl4pPr>
            <a:lvl5pPr>
              <a:defRPr sz="1417"/>
            </a:lvl5pPr>
            <a:lvl6pPr>
              <a:defRPr sz="1417"/>
            </a:lvl6pPr>
            <a:lvl7pPr>
              <a:defRPr sz="1417"/>
            </a:lvl7pPr>
            <a:lvl8pPr>
              <a:defRPr sz="1417"/>
            </a:lvl8pPr>
            <a:lvl9pPr>
              <a:defRPr sz="141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2267902"/>
            <a:ext cx="2090025" cy="4201570"/>
          </a:xfrm>
        </p:spPr>
        <p:txBody>
          <a:bodyPr/>
          <a:lstStyle>
            <a:lvl1pPr marL="0" indent="0">
              <a:buNone/>
              <a:defRPr sz="1134"/>
            </a:lvl1pPr>
            <a:lvl2pPr marL="324018" indent="0">
              <a:buNone/>
              <a:defRPr sz="992"/>
            </a:lvl2pPr>
            <a:lvl3pPr marL="648035" indent="0">
              <a:buNone/>
              <a:defRPr sz="850"/>
            </a:lvl3pPr>
            <a:lvl4pPr marL="972053" indent="0">
              <a:buNone/>
              <a:defRPr sz="709"/>
            </a:lvl4pPr>
            <a:lvl5pPr marL="1296071" indent="0">
              <a:buNone/>
              <a:defRPr sz="709"/>
            </a:lvl5pPr>
            <a:lvl6pPr marL="1620088" indent="0">
              <a:buNone/>
              <a:defRPr sz="709"/>
            </a:lvl6pPr>
            <a:lvl7pPr marL="1944106" indent="0">
              <a:buNone/>
              <a:defRPr sz="709"/>
            </a:lvl7pPr>
            <a:lvl8pPr marL="2268123" indent="0">
              <a:buNone/>
              <a:defRPr sz="709"/>
            </a:lvl8pPr>
            <a:lvl9pPr marL="2592141" indent="0">
              <a:buNone/>
              <a:defRPr sz="70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7E1D-D24D-4252-B038-6265A1770CF7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B2126-7B90-45DA-A580-65DF14D6FC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8180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503978"/>
            <a:ext cx="2090025" cy="1763924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54918" y="1088455"/>
            <a:ext cx="3280589" cy="5372269"/>
          </a:xfrm>
        </p:spPr>
        <p:txBody>
          <a:bodyPr anchor="t"/>
          <a:lstStyle>
            <a:lvl1pPr marL="0" indent="0">
              <a:buNone/>
              <a:defRPr sz="2268"/>
            </a:lvl1pPr>
            <a:lvl2pPr marL="324018" indent="0">
              <a:buNone/>
              <a:defRPr sz="1984"/>
            </a:lvl2pPr>
            <a:lvl3pPr marL="648035" indent="0">
              <a:buNone/>
              <a:defRPr sz="1701"/>
            </a:lvl3pPr>
            <a:lvl4pPr marL="972053" indent="0">
              <a:buNone/>
              <a:defRPr sz="1417"/>
            </a:lvl4pPr>
            <a:lvl5pPr marL="1296071" indent="0">
              <a:buNone/>
              <a:defRPr sz="1417"/>
            </a:lvl5pPr>
            <a:lvl6pPr marL="1620088" indent="0">
              <a:buNone/>
              <a:defRPr sz="1417"/>
            </a:lvl6pPr>
            <a:lvl7pPr marL="1944106" indent="0">
              <a:buNone/>
              <a:defRPr sz="1417"/>
            </a:lvl7pPr>
            <a:lvl8pPr marL="2268123" indent="0">
              <a:buNone/>
              <a:defRPr sz="1417"/>
            </a:lvl8pPr>
            <a:lvl9pPr marL="2592141" indent="0">
              <a:buNone/>
              <a:defRPr sz="141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2267902"/>
            <a:ext cx="2090025" cy="4201570"/>
          </a:xfrm>
        </p:spPr>
        <p:txBody>
          <a:bodyPr/>
          <a:lstStyle>
            <a:lvl1pPr marL="0" indent="0">
              <a:buNone/>
              <a:defRPr sz="1134"/>
            </a:lvl1pPr>
            <a:lvl2pPr marL="324018" indent="0">
              <a:buNone/>
              <a:defRPr sz="992"/>
            </a:lvl2pPr>
            <a:lvl3pPr marL="648035" indent="0">
              <a:buNone/>
              <a:defRPr sz="850"/>
            </a:lvl3pPr>
            <a:lvl4pPr marL="972053" indent="0">
              <a:buNone/>
              <a:defRPr sz="709"/>
            </a:lvl4pPr>
            <a:lvl5pPr marL="1296071" indent="0">
              <a:buNone/>
              <a:defRPr sz="709"/>
            </a:lvl5pPr>
            <a:lvl6pPr marL="1620088" indent="0">
              <a:buNone/>
              <a:defRPr sz="709"/>
            </a:lvl6pPr>
            <a:lvl7pPr marL="1944106" indent="0">
              <a:buNone/>
              <a:defRPr sz="709"/>
            </a:lvl7pPr>
            <a:lvl8pPr marL="2268123" indent="0">
              <a:buNone/>
              <a:defRPr sz="709"/>
            </a:lvl8pPr>
            <a:lvl9pPr marL="2592141" indent="0">
              <a:buNone/>
              <a:defRPr sz="70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7E1D-D24D-4252-B038-6265A1770CF7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B2126-7B90-45DA-A580-65DF14D6FC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554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7E1D-D24D-4252-B038-6265A1770CF7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B2126-7B90-45DA-A580-65DF14D6FC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2623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37375" y="402483"/>
            <a:ext cx="1397288" cy="64064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5512" y="402483"/>
            <a:ext cx="4110861" cy="64064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7E1D-D24D-4252-B038-6265A1770CF7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B2126-7B90-45DA-A580-65DF14D6FC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791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5512" y="402484"/>
            <a:ext cx="5589151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5512" y="2012414"/>
            <a:ext cx="5589151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5512" y="7006700"/>
            <a:ext cx="145803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F7E1D-D24D-4252-B038-6265A1770CF7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46558" y="7006700"/>
            <a:ext cx="218705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6624" y="7006700"/>
            <a:ext cx="145803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6B2126-7B90-45DA-A580-65DF14D6FC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6556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48035" rtl="0" eaLnBrk="1" latinLnBrk="0" hangingPunct="1">
        <a:lnSpc>
          <a:spcPct val="90000"/>
        </a:lnSpc>
        <a:spcBef>
          <a:spcPct val="0"/>
        </a:spcBef>
        <a:buNone/>
        <a:defRPr sz="311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009" indent="-162009" algn="l" defTabSz="648035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486026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10044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134062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458079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782097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2106115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430132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754150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1pPr>
      <a:lvl2pPr marL="324018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2pPr>
      <a:lvl3pPr marL="648035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3pPr>
      <a:lvl4pPr marL="972053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296071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620088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1944106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268123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592141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E354600-FC05-8E1F-0F14-BDE1D3728916}"/>
              </a:ext>
            </a:extLst>
          </p:cNvPr>
          <p:cNvSpPr/>
          <p:nvPr/>
        </p:nvSpPr>
        <p:spPr>
          <a:xfrm>
            <a:off x="303191" y="367203"/>
            <a:ext cx="4404998" cy="3823969"/>
          </a:xfrm>
          <a:prstGeom prst="rect">
            <a:avLst/>
          </a:prstGeom>
          <a:solidFill>
            <a:schemeClr val="accent2">
              <a:lumMod val="40000"/>
              <a:lumOff val="60000"/>
              <a:alpha val="62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eaVert" rIns="18000" rtlCol="0" anchor="t"/>
          <a:lstStyle/>
          <a:p>
            <a:pPr algn="ctr"/>
            <a:r>
              <a:rPr lang="en-US" altLang="zh-CN" b="1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Task-1</a:t>
            </a:r>
            <a:endParaRPr lang="zh-CN" altLang="en-US" b="1" dirty="0">
              <a:solidFill>
                <a:schemeClr val="accent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FA4CC31-0244-3FE7-F77B-F5B3F1F55C65}"/>
              </a:ext>
            </a:extLst>
          </p:cNvPr>
          <p:cNvSpPr/>
          <p:nvPr/>
        </p:nvSpPr>
        <p:spPr>
          <a:xfrm>
            <a:off x="294946" y="1749588"/>
            <a:ext cx="4108453" cy="1084580"/>
          </a:xfrm>
          <a:prstGeom prst="rect">
            <a:avLst/>
          </a:prstGeom>
          <a:solidFill>
            <a:schemeClr val="accent2">
              <a:lumMod val="60000"/>
              <a:lumOff val="40000"/>
              <a:alpha val="62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vert270" rIns="18000" rtlCol="0" anchor="t"/>
          <a:lstStyle/>
          <a:p>
            <a:pPr algn="ctr"/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Action-2</a:t>
            </a:r>
            <a:endParaRPr lang="zh-CN" altLang="en-US" sz="1600" b="1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D53DD95-7A74-22E3-96D5-26D2A39F9EF8}"/>
              </a:ext>
            </a:extLst>
          </p:cNvPr>
          <p:cNvSpPr/>
          <p:nvPr/>
        </p:nvSpPr>
        <p:spPr>
          <a:xfrm>
            <a:off x="294945" y="673263"/>
            <a:ext cx="4108453" cy="1084580"/>
          </a:xfrm>
          <a:prstGeom prst="rect">
            <a:avLst/>
          </a:prstGeom>
          <a:solidFill>
            <a:schemeClr val="accent2">
              <a:lumMod val="60000"/>
              <a:lumOff val="40000"/>
              <a:alpha val="62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vert270" rIns="18000" rtlCol="0" anchor="t"/>
          <a:lstStyle/>
          <a:p>
            <a:pPr algn="ctr"/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Action-1</a:t>
            </a:r>
            <a:endParaRPr lang="zh-CN" altLang="en-US" sz="1600" b="1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8F2907A-E27C-F676-6697-5DE7DCD10339}"/>
              </a:ext>
            </a:extLst>
          </p:cNvPr>
          <p:cNvSpPr/>
          <p:nvPr/>
        </p:nvSpPr>
        <p:spPr>
          <a:xfrm>
            <a:off x="294944" y="2825913"/>
            <a:ext cx="4108453" cy="1084580"/>
          </a:xfrm>
          <a:prstGeom prst="rect">
            <a:avLst/>
          </a:prstGeom>
          <a:solidFill>
            <a:schemeClr val="accent2">
              <a:lumMod val="60000"/>
              <a:lumOff val="40000"/>
              <a:alpha val="62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vert270" rIns="18000" rtlCol="0" anchor="t"/>
          <a:lstStyle/>
          <a:p>
            <a:pPr algn="ctr"/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Action-3</a:t>
            </a:r>
            <a:endParaRPr lang="zh-CN" altLang="en-US" sz="1600" b="1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B3987F3-9C25-7C36-8345-3C3AEC646121}"/>
              </a:ext>
            </a:extLst>
          </p:cNvPr>
          <p:cNvSpPr/>
          <p:nvPr/>
        </p:nvSpPr>
        <p:spPr>
          <a:xfrm>
            <a:off x="299178" y="4191172"/>
            <a:ext cx="4404997" cy="3075473"/>
          </a:xfrm>
          <a:prstGeom prst="rect">
            <a:avLst/>
          </a:prstGeom>
          <a:solidFill>
            <a:schemeClr val="accent3">
              <a:lumMod val="40000"/>
              <a:lumOff val="60000"/>
              <a:alpha val="62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eaVert" rIns="18000" rtlCol="0" anchor="t"/>
          <a:lstStyle/>
          <a:p>
            <a:pPr algn="ctr"/>
            <a:r>
              <a:rPr lang="en-US" altLang="zh-CN" b="1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</a:rPr>
              <a:t>Task-2</a:t>
            </a:r>
            <a:endParaRPr lang="zh-CN" altLang="en-US" b="1" dirty="0">
              <a:solidFill>
                <a:schemeClr val="accent3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F456D66-0262-8F46-F71B-1C933FF5C453}"/>
              </a:ext>
            </a:extLst>
          </p:cNvPr>
          <p:cNvSpPr/>
          <p:nvPr/>
        </p:nvSpPr>
        <p:spPr>
          <a:xfrm>
            <a:off x="294944" y="4471621"/>
            <a:ext cx="4108453" cy="2464814"/>
          </a:xfrm>
          <a:prstGeom prst="rect">
            <a:avLst/>
          </a:prstGeom>
          <a:solidFill>
            <a:schemeClr val="accent3">
              <a:lumMod val="60000"/>
              <a:lumOff val="40000"/>
              <a:alpha val="62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vert270" rIns="18000" rtlCol="0" anchor="t"/>
          <a:lstStyle/>
          <a:p>
            <a:pPr algn="ctr"/>
            <a:r>
              <a:rPr lang="en-US" altLang="zh-CN" sz="16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Action-1</a:t>
            </a:r>
            <a:endParaRPr lang="zh-CN" altLang="en-US" sz="1600" b="1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B8B26C5-ABB1-3E93-A568-CEF05656B26B}"/>
              </a:ext>
            </a:extLst>
          </p:cNvPr>
          <p:cNvSpPr/>
          <p:nvPr/>
        </p:nvSpPr>
        <p:spPr>
          <a:xfrm>
            <a:off x="673258" y="5678882"/>
            <a:ext cx="3487568" cy="664930"/>
          </a:xfrm>
          <a:prstGeom prst="rect">
            <a:avLst/>
          </a:prstGeom>
          <a:solidFill>
            <a:schemeClr val="accent3">
              <a:lumMod val="75000"/>
              <a:alpha val="23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vert270" rIns="18000" rtlCol="0" anchor="t"/>
          <a:lstStyle/>
          <a:p>
            <a:pPr algn="ctr"/>
            <a:r>
              <a:rPr lang="en-US" altLang="zh-CN" sz="10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Method</a:t>
            </a:r>
          </a:p>
          <a:p>
            <a:pPr algn="ctr"/>
            <a:r>
              <a:rPr lang="en-US" altLang="zh-CN" sz="10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Call-1</a:t>
            </a:r>
            <a:endParaRPr lang="zh-CN" altLang="en-US" sz="1000" b="1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92EF336B-D4DA-4A53-6114-1105ECD5F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758898" y="1479318"/>
            <a:ext cx="3764735" cy="1237446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87187C49-0786-34D3-7355-A147E9B98D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079471" y="5134243"/>
            <a:ext cx="3123591" cy="1237449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48BBA24B-5E49-6D1D-DA73-73FAAF710419}"/>
              </a:ext>
            </a:extLst>
          </p:cNvPr>
          <p:cNvSpPr txBox="1"/>
          <p:nvPr/>
        </p:nvSpPr>
        <p:spPr>
          <a:xfrm>
            <a:off x="6222174" y="96953"/>
            <a:ext cx="346249" cy="400217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Scene1: Place three objects onto their corresponding platform.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18FF5A6-1AC4-CC3B-22D9-9DD66D7A9DAF}"/>
              </a:ext>
            </a:extLst>
          </p:cNvPr>
          <p:cNvSpPr txBox="1"/>
          <p:nvPr/>
        </p:nvSpPr>
        <p:spPr>
          <a:xfrm>
            <a:off x="6222174" y="4191171"/>
            <a:ext cx="346249" cy="312359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Scene2: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laser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sender.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A0DFFD05-0B8F-8E67-257E-F82F8A1425BE}"/>
              </a:ext>
            </a:extLst>
          </p:cNvPr>
          <p:cNvSpPr/>
          <p:nvPr/>
        </p:nvSpPr>
        <p:spPr>
          <a:xfrm>
            <a:off x="5370446" y="1417015"/>
            <a:ext cx="352790" cy="2280920"/>
          </a:xfrm>
          <a:custGeom>
            <a:avLst/>
            <a:gdLst>
              <a:gd name="connsiteX0" fmla="*/ 83092 w 352790"/>
              <a:gd name="connsiteY0" fmla="*/ 2352040 h 2352040"/>
              <a:gd name="connsiteX1" fmla="*/ 332012 w 352790"/>
              <a:gd name="connsiteY1" fmla="*/ 1778000 h 2352040"/>
              <a:gd name="connsiteX2" fmla="*/ 316772 w 352790"/>
              <a:gd name="connsiteY2" fmla="*/ 1412240 h 2352040"/>
              <a:gd name="connsiteX3" fmla="*/ 138972 w 352790"/>
              <a:gd name="connsiteY3" fmla="*/ 772160 h 2352040"/>
              <a:gd name="connsiteX4" fmla="*/ 1812 w 352790"/>
              <a:gd name="connsiteY4" fmla="*/ 208280 h 2352040"/>
              <a:gd name="connsiteX5" fmla="*/ 72932 w 352790"/>
              <a:gd name="connsiteY5" fmla="*/ 0 h 2352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2790" h="2352040">
                <a:moveTo>
                  <a:pt x="83092" y="2352040"/>
                </a:moveTo>
                <a:cubicBezTo>
                  <a:pt x="188078" y="2143336"/>
                  <a:pt x="293065" y="1934633"/>
                  <a:pt x="332012" y="1778000"/>
                </a:cubicBezTo>
                <a:cubicBezTo>
                  <a:pt x="370959" y="1621367"/>
                  <a:pt x="348945" y="1579880"/>
                  <a:pt x="316772" y="1412240"/>
                </a:cubicBezTo>
                <a:cubicBezTo>
                  <a:pt x="284599" y="1244600"/>
                  <a:pt x="191465" y="972820"/>
                  <a:pt x="138972" y="772160"/>
                </a:cubicBezTo>
                <a:cubicBezTo>
                  <a:pt x="86479" y="571500"/>
                  <a:pt x="12819" y="336973"/>
                  <a:pt x="1812" y="208280"/>
                </a:cubicBezTo>
                <a:cubicBezTo>
                  <a:pt x="-9195" y="79587"/>
                  <a:pt x="31868" y="39793"/>
                  <a:pt x="72932" y="0"/>
                </a:cubicBezTo>
              </a:path>
            </a:pathLst>
          </a:custGeom>
          <a:noFill/>
          <a:ln w="25400">
            <a:solidFill>
              <a:srgbClr val="E34C57"/>
            </a:solidFill>
            <a:prstDash val="solid"/>
            <a:tailEnd type="triangle" w="lg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15A9D667-DB69-BD35-4C29-5B159A2DA056}"/>
              </a:ext>
            </a:extLst>
          </p:cNvPr>
          <p:cNvSpPr/>
          <p:nvPr/>
        </p:nvSpPr>
        <p:spPr>
          <a:xfrm>
            <a:off x="4051458" y="1066495"/>
            <a:ext cx="1148080" cy="279400"/>
          </a:xfrm>
          <a:custGeom>
            <a:avLst/>
            <a:gdLst>
              <a:gd name="connsiteX0" fmla="*/ 1148080 w 1148080"/>
              <a:gd name="connsiteY0" fmla="*/ 0 h 279400"/>
              <a:gd name="connsiteX1" fmla="*/ 660400 w 1148080"/>
              <a:gd name="connsiteY1" fmla="*/ 162560 h 279400"/>
              <a:gd name="connsiteX2" fmla="*/ 0 w 1148080"/>
              <a:gd name="connsiteY2" fmla="*/ 279400 h 27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48080" h="279400">
                <a:moveTo>
                  <a:pt x="1148080" y="0"/>
                </a:moveTo>
                <a:cubicBezTo>
                  <a:pt x="999913" y="57996"/>
                  <a:pt x="851747" y="115993"/>
                  <a:pt x="660400" y="162560"/>
                </a:cubicBezTo>
                <a:cubicBezTo>
                  <a:pt x="469053" y="209127"/>
                  <a:pt x="234526" y="244263"/>
                  <a:pt x="0" y="279400"/>
                </a:cubicBezTo>
              </a:path>
            </a:pathLst>
          </a:custGeom>
          <a:noFill/>
          <a:ln w="25400">
            <a:solidFill>
              <a:schemeClr val="accent2">
                <a:lumMod val="75000"/>
                <a:alpha val="32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3CC044EF-28B3-8E63-8E01-FFA09B995DAF}"/>
              </a:ext>
            </a:extLst>
          </p:cNvPr>
          <p:cNvSpPr/>
          <p:nvPr/>
        </p:nvSpPr>
        <p:spPr>
          <a:xfrm>
            <a:off x="3792378" y="1071575"/>
            <a:ext cx="1620520" cy="2484638"/>
          </a:xfrm>
          <a:custGeom>
            <a:avLst/>
            <a:gdLst>
              <a:gd name="connsiteX0" fmla="*/ 1620520 w 1620520"/>
              <a:gd name="connsiteY0" fmla="*/ 2372360 h 2484638"/>
              <a:gd name="connsiteX1" fmla="*/ 1076960 w 1620520"/>
              <a:gd name="connsiteY1" fmla="*/ 2275840 h 2484638"/>
              <a:gd name="connsiteX2" fmla="*/ 1061720 w 1620520"/>
              <a:gd name="connsiteY2" fmla="*/ 467360 h 2484638"/>
              <a:gd name="connsiteX3" fmla="*/ 0 w 1620520"/>
              <a:gd name="connsiteY3" fmla="*/ 0 h 248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0520" h="2484638">
                <a:moveTo>
                  <a:pt x="1620520" y="2372360"/>
                </a:moveTo>
                <a:cubicBezTo>
                  <a:pt x="1395306" y="2482850"/>
                  <a:pt x="1170093" y="2593340"/>
                  <a:pt x="1076960" y="2275840"/>
                </a:cubicBezTo>
                <a:cubicBezTo>
                  <a:pt x="983827" y="1958340"/>
                  <a:pt x="1241213" y="846667"/>
                  <a:pt x="1061720" y="467360"/>
                </a:cubicBezTo>
                <a:cubicBezTo>
                  <a:pt x="882227" y="88053"/>
                  <a:pt x="441113" y="44026"/>
                  <a:pt x="0" y="0"/>
                </a:cubicBezTo>
              </a:path>
            </a:pathLst>
          </a:custGeom>
          <a:noFill/>
          <a:ln w="25400">
            <a:solidFill>
              <a:schemeClr val="accent2">
                <a:lumMod val="75000"/>
                <a:alpha val="32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4879A35D-6632-E7A5-8DE4-E2D6EF7835CF}"/>
              </a:ext>
            </a:extLst>
          </p:cNvPr>
          <p:cNvSpPr/>
          <p:nvPr/>
        </p:nvSpPr>
        <p:spPr>
          <a:xfrm>
            <a:off x="5078980" y="1112215"/>
            <a:ext cx="272958" cy="2280920"/>
          </a:xfrm>
          <a:custGeom>
            <a:avLst/>
            <a:gdLst>
              <a:gd name="connsiteX0" fmla="*/ 272958 w 272958"/>
              <a:gd name="connsiteY0" fmla="*/ 2326640 h 2326640"/>
              <a:gd name="connsiteX1" fmla="*/ 3718 w 272958"/>
              <a:gd name="connsiteY1" fmla="*/ 1544320 h 2326640"/>
              <a:gd name="connsiteX2" fmla="*/ 140878 w 272958"/>
              <a:gd name="connsiteY2" fmla="*/ 0 h 2326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2958" h="2326640">
                <a:moveTo>
                  <a:pt x="272958" y="2326640"/>
                </a:moveTo>
                <a:cubicBezTo>
                  <a:pt x="149344" y="2129366"/>
                  <a:pt x="25731" y="1932093"/>
                  <a:pt x="3718" y="1544320"/>
                </a:cubicBezTo>
                <a:cubicBezTo>
                  <a:pt x="-18295" y="1156547"/>
                  <a:pt x="61291" y="578273"/>
                  <a:pt x="140878" y="0"/>
                </a:cubicBezTo>
              </a:path>
            </a:pathLst>
          </a:custGeom>
          <a:noFill/>
          <a:ln w="25400">
            <a:solidFill>
              <a:srgbClr val="388BEE"/>
            </a:solidFill>
            <a:tailEnd type="triangle" w="lg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7054A860-28EE-5FBE-A6AE-9638AB63C447}"/>
              </a:ext>
            </a:extLst>
          </p:cNvPr>
          <p:cNvSpPr/>
          <p:nvPr/>
        </p:nvSpPr>
        <p:spPr>
          <a:xfrm>
            <a:off x="5412898" y="1742135"/>
            <a:ext cx="269538" cy="843280"/>
          </a:xfrm>
          <a:custGeom>
            <a:avLst/>
            <a:gdLst>
              <a:gd name="connsiteX0" fmla="*/ 0 w 269538"/>
              <a:gd name="connsiteY0" fmla="*/ 843280 h 843280"/>
              <a:gd name="connsiteX1" fmla="*/ 238760 w 269538"/>
              <a:gd name="connsiteY1" fmla="*/ 208280 h 843280"/>
              <a:gd name="connsiteX2" fmla="*/ 259080 w 269538"/>
              <a:gd name="connsiteY2" fmla="*/ 0 h 843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9538" h="843280">
                <a:moveTo>
                  <a:pt x="0" y="843280"/>
                </a:moveTo>
                <a:cubicBezTo>
                  <a:pt x="97790" y="596053"/>
                  <a:pt x="195580" y="348827"/>
                  <a:pt x="238760" y="208280"/>
                </a:cubicBezTo>
                <a:cubicBezTo>
                  <a:pt x="281940" y="67733"/>
                  <a:pt x="270510" y="33866"/>
                  <a:pt x="259080" y="0"/>
                </a:cubicBezTo>
              </a:path>
            </a:pathLst>
          </a:custGeom>
          <a:noFill/>
          <a:ln w="25400">
            <a:solidFill>
              <a:srgbClr val="FFFF00"/>
            </a:solidFill>
            <a:tailEnd type="triangle" w="lg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0282B0EC-861A-7EA3-5EE6-3910E797D98D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225793" y="5900286"/>
            <a:ext cx="396565" cy="396565"/>
          </a:xfrm>
          <a:prstGeom prst="rect">
            <a:avLst/>
          </a:prstGeom>
          <a:noFill/>
          <a:ln w="15875">
            <a:noFill/>
          </a:ln>
        </p:spPr>
      </p:pic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71B81A61-B172-D7CA-2D7F-A7067932F6D4}"/>
              </a:ext>
            </a:extLst>
          </p:cNvPr>
          <p:cNvSpPr/>
          <p:nvPr/>
        </p:nvSpPr>
        <p:spPr>
          <a:xfrm>
            <a:off x="5550061" y="4864746"/>
            <a:ext cx="285067" cy="1046480"/>
          </a:xfrm>
          <a:custGeom>
            <a:avLst/>
            <a:gdLst>
              <a:gd name="connsiteX0" fmla="*/ 0 w 285067"/>
              <a:gd name="connsiteY0" fmla="*/ 1046480 h 1046480"/>
              <a:gd name="connsiteX1" fmla="*/ 264160 w 285067"/>
              <a:gd name="connsiteY1" fmla="*/ 690880 h 1046480"/>
              <a:gd name="connsiteX2" fmla="*/ 248920 w 285067"/>
              <a:gd name="connsiteY2" fmla="*/ 0 h 1046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5067" h="1046480">
                <a:moveTo>
                  <a:pt x="0" y="1046480"/>
                </a:moveTo>
                <a:cubicBezTo>
                  <a:pt x="111336" y="955886"/>
                  <a:pt x="222673" y="865293"/>
                  <a:pt x="264160" y="690880"/>
                </a:cubicBezTo>
                <a:cubicBezTo>
                  <a:pt x="305647" y="516467"/>
                  <a:pt x="277283" y="258233"/>
                  <a:pt x="248920" y="0"/>
                </a:cubicBezTo>
              </a:path>
            </a:pathLst>
          </a:custGeom>
          <a:noFill/>
          <a:ln w="25400">
            <a:solidFill>
              <a:srgbClr val="CDCDCD"/>
            </a:solidFill>
            <a:tailEnd type="triangle" w="lg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7D7A5A55-1BA5-74EC-E91E-49112DC53BB4}"/>
              </a:ext>
            </a:extLst>
          </p:cNvPr>
          <p:cNvSpPr txBox="1"/>
          <p:nvPr/>
        </p:nvSpPr>
        <p:spPr>
          <a:xfrm rot="5400000">
            <a:off x="4710007" y="6085336"/>
            <a:ext cx="9263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CDCDC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VRAgent</a:t>
            </a:r>
            <a:endParaRPr lang="zh-CN" altLang="en-US" sz="1100" b="1" dirty="0">
              <a:solidFill>
                <a:srgbClr val="CDCDC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AEFCEAAF-704A-4FED-8297-9B1599EDD554}"/>
              </a:ext>
            </a:extLst>
          </p:cNvPr>
          <p:cNvSpPr txBox="1"/>
          <p:nvPr/>
        </p:nvSpPr>
        <p:spPr>
          <a:xfrm rot="5400000">
            <a:off x="5147051" y="4502048"/>
            <a:ext cx="682157" cy="323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900"/>
              </a:lnSpc>
            </a:pPr>
            <a:r>
              <a:rPr lang="en-US" altLang="zh-CN" sz="1000" b="1" dirty="0">
                <a:solidFill>
                  <a:srgbClr val="CDCDC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Laser Sender</a:t>
            </a:r>
            <a:endParaRPr lang="zh-CN" altLang="en-US" sz="1000" b="1" dirty="0">
              <a:solidFill>
                <a:srgbClr val="CDCDC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63FA6F06-E964-DBCE-942B-2E6DA2D835B7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5699708" y="444636"/>
            <a:ext cx="412683" cy="396565"/>
          </a:xfrm>
          <a:prstGeom prst="rect">
            <a:avLst/>
          </a:prstGeom>
          <a:noFill/>
          <a:ln w="15875">
            <a:noFill/>
          </a:ln>
        </p:spPr>
      </p:pic>
      <p:sp>
        <p:nvSpPr>
          <p:cNvPr id="62" name="文本框 61">
            <a:extLst>
              <a:ext uri="{FF2B5EF4-FFF2-40B4-BE49-F238E27FC236}">
                <a16:creationId xmlns:a16="http://schemas.microsoft.com/office/drawing/2014/main" id="{8214C6C9-EDFC-9273-FE89-11FDF703304A}"/>
              </a:ext>
            </a:extLst>
          </p:cNvPr>
          <p:cNvSpPr txBox="1"/>
          <p:nvPr/>
        </p:nvSpPr>
        <p:spPr>
          <a:xfrm rot="5400000">
            <a:off x="5193755" y="599691"/>
            <a:ext cx="9263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CDCDC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VRAgent</a:t>
            </a:r>
            <a:endParaRPr lang="zh-CN" altLang="en-US" sz="1100" b="1" dirty="0">
              <a:solidFill>
                <a:srgbClr val="CDCDC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CCE1EF89-6510-0E90-8D46-359555127C0F}"/>
              </a:ext>
            </a:extLst>
          </p:cNvPr>
          <p:cNvSpPr txBox="1"/>
          <p:nvPr/>
        </p:nvSpPr>
        <p:spPr>
          <a:xfrm rot="5400000">
            <a:off x="4736360" y="2090216"/>
            <a:ext cx="9263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388BE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Grab</a:t>
            </a:r>
            <a:endParaRPr lang="zh-CN" altLang="en-US" sz="1100" b="1" dirty="0">
              <a:solidFill>
                <a:srgbClr val="388BE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AB6BAB07-82E5-E08B-C57C-34BFB13F8773}"/>
              </a:ext>
            </a:extLst>
          </p:cNvPr>
          <p:cNvSpPr txBox="1"/>
          <p:nvPr/>
        </p:nvSpPr>
        <p:spPr>
          <a:xfrm rot="4749366">
            <a:off x="5376217" y="2823402"/>
            <a:ext cx="9263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E34C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Grab</a:t>
            </a:r>
            <a:endParaRPr lang="zh-CN" altLang="en-US" sz="1100" b="1" dirty="0">
              <a:solidFill>
                <a:srgbClr val="E34C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F99D571F-6A7E-1DD5-7453-4C4D214F7CF0}"/>
              </a:ext>
            </a:extLst>
          </p:cNvPr>
          <p:cNvSpPr txBox="1"/>
          <p:nvPr/>
        </p:nvSpPr>
        <p:spPr>
          <a:xfrm rot="6388692">
            <a:off x="5188025" y="2237797"/>
            <a:ext cx="9263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Grab</a:t>
            </a:r>
            <a:endParaRPr lang="zh-CN" altLang="en-US" sz="11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42F2ECF8-5A86-90CD-010D-FBEAA9D5B418}"/>
              </a:ext>
            </a:extLst>
          </p:cNvPr>
          <p:cNvSpPr txBox="1"/>
          <p:nvPr/>
        </p:nvSpPr>
        <p:spPr>
          <a:xfrm rot="5400000">
            <a:off x="5597732" y="5352898"/>
            <a:ext cx="682157" cy="20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900"/>
              </a:lnSpc>
            </a:pPr>
            <a:r>
              <a:rPr lang="en-US" altLang="zh-CN" sz="1000" b="1" dirty="0">
                <a:solidFill>
                  <a:srgbClr val="CDCDC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Trigger</a:t>
            </a:r>
            <a:endParaRPr lang="zh-CN" altLang="en-US" sz="1000" b="1" dirty="0">
              <a:solidFill>
                <a:srgbClr val="CDCDC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任意多边形: 形状 68">
            <a:extLst>
              <a:ext uri="{FF2B5EF4-FFF2-40B4-BE49-F238E27FC236}">
                <a16:creationId xmlns:a16="http://schemas.microsoft.com/office/drawing/2014/main" id="{E43C1D70-1FE9-FEFC-E92B-4E41E4BDAD91}"/>
              </a:ext>
            </a:extLst>
          </p:cNvPr>
          <p:cNvSpPr/>
          <p:nvPr/>
        </p:nvSpPr>
        <p:spPr>
          <a:xfrm>
            <a:off x="3731418" y="4800298"/>
            <a:ext cx="2052320" cy="331789"/>
          </a:xfrm>
          <a:custGeom>
            <a:avLst/>
            <a:gdLst>
              <a:gd name="connsiteX0" fmla="*/ 2052320 w 2052320"/>
              <a:gd name="connsiteY0" fmla="*/ 0 h 331789"/>
              <a:gd name="connsiteX1" fmla="*/ 1833880 w 2052320"/>
              <a:gd name="connsiteY1" fmla="*/ 330200 h 331789"/>
              <a:gd name="connsiteX2" fmla="*/ 975360 w 2052320"/>
              <a:gd name="connsiteY2" fmla="*/ 121920 h 331789"/>
              <a:gd name="connsiteX3" fmla="*/ 0 w 2052320"/>
              <a:gd name="connsiteY3" fmla="*/ 40640 h 331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2320" h="331789">
                <a:moveTo>
                  <a:pt x="2052320" y="0"/>
                </a:moveTo>
                <a:cubicBezTo>
                  <a:pt x="2032846" y="154940"/>
                  <a:pt x="2013373" y="309880"/>
                  <a:pt x="1833880" y="330200"/>
                </a:cubicBezTo>
                <a:cubicBezTo>
                  <a:pt x="1654387" y="350520"/>
                  <a:pt x="1281007" y="170180"/>
                  <a:pt x="975360" y="121920"/>
                </a:cubicBezTo>
                <a:cubicBezTo>
                  <a:pt x="669713" y="73660"/>
                  <a:pt x="334856" y="57150"/>
                  <a:pt x="0" y="40640"/>
                </a:cubicBezTo>
              </a:path>
            </a:pathLst>
          </a:custGeom>
          <a:noFill/>
          <a:ln w="25400">
            <a:solidFill>
              <a:schemeClr val="bg1">
                <a:lumMod val="75000"/>
                <a:alpha val="71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DF198BE-F6AB-4A0B-E4FE-221361D54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93822" y="18277"/>
            <a:ext cx="4810271" cy="7546478"/>
          </a:xfrm>
        </p:spPr>
        <p:txBody>
          <a:bodyPr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altLang="zh-CN" sz="1200" dirty="0">
                <a:solidFill>
                  <a:srgbClr val="0451A5"/>
                </a:solidFill>
                <a:latin typeface="Consolas" panose="020B0609020204030204" pitchFamily="49" charset="0"/>
              </a:rPr>
              <a:t>"taskUnits"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altLang="zh-CN" sz="1200" dirty="0">
                <a:solidFill>
                  <a:srgbClr val="0451A5"/>
                </a:solidFill>
                <a:latin typeface="Consolas" panose="020B0609020204030204" pitchFamily="49" charset="0"/>
              </a:rPr>
              <a:t>"actionUnits"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{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US" altLang="zh-CN" sz="1200" dirty="0">
                <a:solidFill>
                  <a:srgbClr val="0451A5"/>
                </a:solidFill>
                <a:latin typeface="Consolas" panose="020B0609020204030204" pitchFamily="49" charset="0"/>
              </a:rPr>
              <a:t>"type"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"Grab"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US" altLang="zh-CN" sz="1200" dirty="0">
                <a:solidFill>
                  <a:srgbClr val="0451A5"/>
                </a:solidFill>
                <a:latin typeface="Consolas" panose="020B0609020204030204" pitchFamily="49" charset="0"/>
              </a:rPr>
              <a:t>"source_object_name"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"Cube_salle2"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US" altLang="zh-CN" sz="1200" dirty="0">
                <a:solidFill>
                  <a:srgbClr val="0451A5"/>
                </a:solidFill>
                <a:latin typeface="Consolas" panose="020B0609020204030204" pitchFamily="49" charset="0"/>
              </a:rPr>
              <a:t>"source_object_fileID"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altLang="zh-CN" sz="1200" dirty="0">
                <a:solidFill>
                  <a:srgbClr val="2C9A7A"/>
                </a:solidFill>
                <a:latin typeface="Consolas" panose="020B0609020204030204" pitchFamily="49" charset="0"/>
              </a:rPr>
              <a:t>194480315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US" altLang="zh-CN" sz="1200" dirty="0">
                <a:solidFill>
                  <a:srgbClr val="0451A5"/>
                </a:solidFill>
                <a:latin typeface="Consolas" panose="020B0609020204030204" pitchFamily="49" charset="0"/>
              </a:rPr>
              <a:t>"target_object_name"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"collider_porte"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US" altLang="zh-CN" sz="1200" dirty="0">
                <a:solidFill>
                  <a:srgbClr val="0451A5"/>
                </a:solidFill>
                <a:latin typeface="Consolas" panose="020B0609020204030204" pitchFamily="49" charset="0"/>
              </a:rPr>
              <a:t>"target_object_fileID"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altLang="zh-CN" sz="1200" dirty="0">
                <a:solidFill>
                  <a:srgbClr val="098658"/>
                </a:solidFill>
                <a:latin typeface="Consolas" panose="020B0609020204030204" pitchFamily="49" charset="0"/>
              </a:rPr>
              <a:t>1631101808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},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{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US" altLang="zh-CN" sz="1200" dirty="0">
                <a:solidFill>
                  <a:srgbClr val="0451A5"/>
                </a:solidFill>
                <a:latin typeface="Consolas" panose="020B0609020204030204" pitchFamily="49" charset="0"/>
              </a:rPr>
              <a:t>"type"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"Grab"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US" altLang="zh-CN" sz="1200" dirty="0">
                <a:solidFill>
                  <a:srgbClr val="0451A5"/>
                </a:solidFill>
                <a:latin typeface="Consolas" panose="020B0609020204030204" pitchFamily="49" charset="0"/>
              </a:rPr>
              <a:t>"source_object_name"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"Pyramid_salle2"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US" altLang="zh-CN" sz="1200" dirty="0">
                <a:solidFill>
                  <a:srgbClr val="0451A5"/>
                </a:solidFill>
                <a:latin typeface="Consolas" panose="020B0609020204030204" pitchFamily="49" charset="0"/>
              </a:rPr>
              <a:t>"source_object_fileID"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altLang="zh-CN" sz="1200" dirty="0">
                <a:solidFill>
                  <a:srgbClr val="098658"/>
                </a:solidFill>
                <a:latin typeface="Consolas" panose="020B0609020204030204" pitchFamily="49" charset="0"/>
              </a:rPr>
              <a:t>863577851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US" altLang="zh-CN" sz="1200" dirty="0">
                <a:solidFill>
                  <a:srgbClr val="0451A5"/>
                </a:solidFill>
                <a:latin typeface="Consolas" panose="020B0609020204030204" pitchFamily="49" charset="0"/>
              </a:rPr>
              <a:t>"target_object_name"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"collider_porte"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US" altLang="zh-CN" sz="1200" dirty="0">
                <a:solidFill>
                  <a:srgbClr val="0451A5"/>
                </a:solidFill>
                <a:latin typeface="Consolas" panose="020B0609020204030204" pitchFamily="49" charset="0"/>
              </a:rPr>
              <a:t>"target_object_fileID"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altLang="zh-CN" sz="1200" dirty="0">
                <a:solidFill>
                  <a:srgbClr val="098658"/>
                </a:solidFill>
                <a:latin typeface="Consolas" panose="020B0609020204030204" pitchFamily="49" charset="0"/>
              </a:rPr>
              <a:t>1339877303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},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{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US" altLang="zh-CN" sz="1200" dirty="0">
                <a:solidFill>
                  <a:srgbClr val="0451A5"/>
                </a:solidFill>
                <a:latin typeface="Consolas" panose="020B0609020204030204" pitchFamily="49" charset="0"/>
              </a:rPr>
              <a:t>"type"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"Grab"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US" altLang="zh-CN" sz="1200" dirty="0">
                <a:solidFill>
                  <a:srgbClr val="0451A5"/>
                </a:solidFill>
                <a:latin typeface="Consolas" panose="020B0609020204030204" pitchFamily="49" charset="0"/>
              </a:rPr>
              <a:t>"source_object_name"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"Sphere_salle2"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US" altLang="zh-CN" sz="1200" dirty="0">
                <a:solidFill>
                  <a:srgbClr val="0451A5"/>
                </a:solidFill>
                <a:latin typeface="Consolas" panose="020B0609020204030204" pitchFamily="49" charset="0"/>
              </a:rPr>
              <a:t>"source_object_fileID"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altLang="zh-CN" sz="1200" dirty="0">
                <a:solidFill>
                  <a:srgbClr val="098658"/>
                </a:solidFill>
                <a:latin typeface="Consolas" panose="020B0609020204030204" pitchFamily="49" charset="0"/>
              </a:rPr>
              <a:t>284893529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US" altLang="zh-CN" sz="1200" dirty="0">
                <a:solidFill>
                  <a:srgbClr val="0451A5"/>
                </a:solidFill>
                <a:latin typeface="Consolas" panose="020B0609020204030204" pitchFamily="49" charset="0"/>
              </a:rPr>
              <a:t>"target_object_name"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"collider_porte"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US" altLang="zh-CN" sz="1200" dirty="0">
                <a:solidFill>
                  <a:srgbClr val="0451A5"/>
                </a:solidFill>
                <a:latin typeface="Consolas" panose="020B0609020204030204" pitchFamily="49" charset="0"/>
              </a:rPr>
              <a:t>"target_object_fileID"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altLang="zh-CN" sz="1200" dirty="0">
                <a:solidFill>
                  <a:srgbClr val="098658"/>
                </a:solidFill>
                <a:latin typeface="Consolas" panose="020B0609020204030204" pitchFamily="49" charset="0"/>
              </a:rPr>
              <a:t>1137377008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}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]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},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altLang="zh-CN" sz="1200" dirty="0">
                <a:solidFill>
                  <a:srgbClr val="0451A5"/>
                </a:solidFill>
                <a:latin typeface="Consolas" panose="020B0609020204030204" pitchFamily="49" charset="0"/>
              </a:rPr>
              <a:t>"actionUnits"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{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US" altLang="zh-CN" sz="1200" dirty="0">
                <a:solidFill>
                  <a:srgbClr val="0451A5"/>
                </a:solidFill>
                <a:latin typeface="Consolas" panose="020B0609020204030204" pitchFamily="49" charset="0"/>
              </a:rPr>
              <a:t>"type"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"Trigger"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US" altLang="zh-CN" sz="1200" dirty="0">
                <a:solidFill>
                  <a:srgbClr val="0451A5"/>
                </a:solidFill>
                <a:latin typeface="Consolas" panose="020B0609020204030204" pitchFamily="49" charset="0"/>
              </a:rPr>
              <a:t>"source_object_name"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"Sender (1)"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US" altLang="zh-CN" sz="1200" dirty="0">
                <a:solidFill>
                  <a:srgbClr val="0451A5"/>
                </a:solidFill>
                <a:latin typeface="Consolas" panose="020B0609020204030204" pitchFamily="49" charset="0"/>
              </a:rPr>
              <a:t>"triggerring_time"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altLang="zh-CN" sz="1200" dirty="0">
                <a:solidFill>
                  <a:srgbClr val="098658"/>
                </a:solidFill>
                <a:latin typeface="Consolas" panose="020B0609020204030204" pitchFamily="49" charset="0"/>
              </a:rPr>
              <a:t>0.5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US" altLang="zh-CN" sz="1200" dirty="0">
                <a:solidFill>
                  <a:srgbClr val="0451A5"/>
                </a:solidFill>
                <a:latin typeface="Consolas" panose="020B0609020204030204" pitchFamily="49" charset="0"/>
              </a:rPr>
              <a:t>"source_object_fileID"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altLang="zh-CN" sz="1200" dirty="0">
                <a:solidFill>
                  <a:srgbClr val="098658"/>
                </a:solidFill>
                <a:latin typeface="Consolas" panose="020B0609020204030204" pitchFamily="49" charset="0"/>
              </a:rPr>
              <a:t>807270095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US" altLang="zh-CN" sz="1200" dirty="0">
                <a:solidFill>
                  <a:srgbClr val="0451A5"/>
                </a:solidFill>
                <a:latin typeface="Consolas" panose="020B0609020204030204" pitchFamily="49" charset="0"/>
              </a:rPr>
              <a:t>"triggerring_events"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{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</a:t>
            </a:r>
            <a:r>
              <a:rPr lang="en-US" altLang="zh-CN" sz="1200" dirty="0">
                <a:solidFill>
                  <a:srgbClr val="0451A5"/>
                </a:solidFill>
                <a:latin typeface="Consolas" panose="020B0609020204030204" pitchFamily="49" charset="0"/>
              </a:rPr>
              <a:t>"methodCallUnits"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	        {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451A5"/>
                </a:solidFill>
                <a:latin typeface="Consolas" panose="020B0609020204030204" pitchFamily="49" charset="0"/>
              </a:rPr>
              <a:t> 	           "script_fileID"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altLang="zh-CN" sz="1200" dirty="0">
                <a:solidFill>
                  <a:srgbClr val="098658"/>
                </a:solidFill>
                <a:latin typeface="Consolas" panose="020B0609020204030204" pitchFamily="49" charset="0"/>
              </a:rPr>
              <a:t>829909757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451A5"/>
                </a:solidFill>
                <a:latin typeface="Consolas" panose="020B0609020204030204" pitchFamily="49" charset="0"/>
              </a:rPr>
              <a:t>	           "method_name"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"SetLaser"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	        }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	      ]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}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]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}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]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]</a:t>
            </a:r>
          </a:p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86343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气流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4462</TotalTime>
  <Words>322</Words>
  <Application>Microsoft Office PowerPoint</Application>
  <PresentationFormat>自定义</PresentationFormat>
  <Paragraphs>67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Arial</vt:lpstr>
      <vt:lpstr>Calibri</vt:lpstr>
      <vt:lpstr>Calibri Light</vt:lpstr>
      <vt:lpstr>Consolas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Zhengyang Zhu</dc:creator>
  <cp:lastModifiedBy>Zhengyang Zhu</cp:lastModifiedBy>
  <cp:revision>17</cp:revision>
  <dcterms:created xsi:type="dcterms:W3CDTF">2025-12-08T06:44:14Z</dcterms:created>
  <dcterms:modified xsi:type="dcterms:W3CDTF">2025-12-11T09:06:53Z</dcterms:modified>
</cp:coreProperties>
</file>