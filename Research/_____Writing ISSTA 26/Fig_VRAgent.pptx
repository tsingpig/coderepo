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"/>
  </p:notesMasterIdLst>
  <p:sldIdLst>
    <p:sldId id="262" r:id="rId2"/>
    <p:sldId id="257" r:id="rId3"/>
  </p:sldIdLst>
  <p:sldSz cx="7559675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CF1F"/>
    <a:srgbClr val="EA0000"/>
    <a:srgbClr val="A548EA"/>
    <a:srgbClr val="44BE30"/>
    <a:srgbClr val="75A418"/>
    <a:srgbClr val="B7E658"/>
    <a:srgbClr val="83BC5C"/>
    <a:srgbClr val="6DA945"/>
    <a:srgbClr val="BFE90B"/>
    <a:srgbClr val="C4C0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31" autoAdjust="0"/>
    <p:restoredTop sz="94660"/>
  </p:normalViewPr>
  <p:slideViewPr>
    <p:cSldViewPr snapToGrid="0">
      <p:cViewPr>
        <p:scale>
          <a:sx n="150" d="100"/>
          <a:sy n="150" d="100"/>
        </p:scale>
        <p:origin x="2292" y="2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8793B-EC5A-4606-81B3-0ACAAEEAAE0D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-1201738" y="1143000"/>
            <a:ext cx="926147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C034D-24FD-4AE3-B2A8-170E19A0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860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1pPr>
    <a:lvl2pPr marL="409675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2pPr>
    <a:lvl3pPr marL="819349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3pPr>
    <a:lvl4pPr marL="1229024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4pPr>
    <a:lvl5pPr marL="1638699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5pPr>
    <a:lvl6pPr marL="2048374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6pPr>
    <a:lvl7pPr marL="2458048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7pPr>
    <a:lvl8pPr marL="2867724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8pPr>
    <a:lvl9pPr marL="3277399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24707-7AD0-51D4-F71D-246A89FD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12B66-577E-79E5-2FE5-9398923EC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201738" y="1143000"/>
            <a:ext cx="9261476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C47BED4-B07E-9E0F-D3CD-B4C648007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74868B-FB4C-F59F-7129-C96FE36C0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C034D-24FD-4AE3-B2A8-170E19A0748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739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60" y="412312"/>
            <a:ext cx="5669756" cy="877112"/>
          </a:xfrm>
        </p:spPr>
        <p:txBody>
          <a:bodyPr anchor="b"/>
          <a:lstStyle>
            <a:lvl1pPr algn="ctr">
              <a:defRPr sz="22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1323249"/>
            <a:ext cx="5669756" cy="608263"/>
          </a:xfrm>
        </p:spPr>
        <p:txBody>
          <a:bodyPr/>
          <a:lstStyle>
            <a:lvl1pPr marL="0" indent="0" algn="ctr">
              <a:buNone/>
              <a:defRPr sz="882"/>
            </a:lvl1pPr>
            <a:lvl2pPr marL="167975" indent="0" algn="ctr">
              <a:buNone/>
              <a:defRPr sz="735"/>
            </a:lvl2pPr>
            <a:lvl3pPr marL="335951" indent="0" algn="ctr">
              <a:buNone/>
              <a:defRPr sz="661"/>
            </a:lvl3pPr>
            <a:lvl4pPr marL="503926" indent="0" algn="ctr">
              <a:buNone/>
              <a:defRPr sz="588"/>
            </a:lvl4pPr>
            <a:lvl5pPr marL="671901" indent="0" algn="ctr">
              <a:buNone/>
              <a:defRPr sz="588"/>
            </a:lvl5pPr>
            <a:lvl6pPr marL="839876" indent="0" algn="ctr">
              <a:buNone/>
              <a:defRPr sz="588"/>
            </a:lvl6pPr>
            <a:lvl7pPr marL="1007852" indent="0" algn="ctr">
              <a:buNone/>
              <a:defRPr sz="588"/>
            </a:lvl7pPr>
            <a:lvl8pPr marL="1175827" indent="0" algn="ctr">
              <a:buNone/>
              <a:defRPr sz="588"/>
            </a:lvl8pPr>
            <a:lvl9pPr marL="1343802" indent="0" algn="ctr">
              <a:buNone/>
              <a:defRPr sz="58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5006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4030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0" y="628091"/>
            <a:ext cx="6520220" cy="1047985"/>
          </a:xfrm>
        </p:spPr>
        <p:txBody>
          <a:bodyPr anchor="b"/>
          <a:lstStyle>
            <a:lvl1pPr>
              <a:defRPr sz="22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0" y="1685991"/>
            <a:ext cx="6520220" cy="551110"/>
          </a:xfrm>
        </p:spPr>
        <p:txBody>
          <a:bodyPr/>
          <a:lstStyle>
            <a:lvl1pPr marL="0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1pPr>
            <a:lvl2pPr marL="167975" indent="0">
              <a:buNone/>
              <a:defRPr sz="735">
                <a:solidFill>
                  <a:schemeClr val="tx1">
                    <a:tint val="75000"/>
                  </a:schemeClr>
                </a:solidFill>
              </a:defRPr>
            </a:lvl2pPr>
            <a:lvl3pPr marL="335951" indent="0">
              <a:buNone/>
              <a:defRPr sz="661">
                <a:solidFill>
                  <a:schemeClr val="tx1">
                    <a:tint val="75000"/>
                  </a:schemeClr>
                </a:solidFill>
              </a:defRPr>
            </a:lvl3pPr>
            <a:lvl4pPr marL="503926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4pPr>
            <a:lvl5pPr marL="671901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5pPr>
            <a:lvl6pPr marL="839876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6pPr>
            <a:lvl7pPr marL="1007852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7pPr>
            <a:lvl8pPr marL="1175827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8pPr>
            <a:lvl9pPr marL="1343802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35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670664"/>
            <a:ext cx="3212862" cy="15985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670664"/>
            <a:ext cx="3212862" cy="15985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8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134133"/>
            <a:ext cx="6520220" cy="48696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2" y="617594"/>
            <a:ext cx="3198097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2" y="920267"/>
            <a:ext cx="3198097" cy="13535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5" y="617594"/>
            <a:ext cx="3213847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5" y="920267"/>
            <a:ext cx="3213847" cy="13535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1111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45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887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167958"/>
            <a:ext cx="2438192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362742"/>
            <a:ext cx="3827085" cy="1790381"/>
          </a:xfrm>
        </p:spPr>
        <p:txBody>
          <a:bodyPr/>
          <a:lstStyle>
            <a:lvl1pPr>
              <a:defRPr sz="1176"/>
            </a:lvl1pPr>
            <a:lvl2pPr>
              <a:defRPr sz="1029"/>
            </a:lvl2pPr>
            <a:lvl3pPr>
              <a:defRPr sz="882"/>
            </a:lvl3pPr>
            <a:lvl4pPr>
              <a:defRPr sz="735"/>
            </a:lvl4pPr>
            <a:lvl5pPr>
              <a:defRPr sz="735"/>
            </a:lvl5pPr>
            <a:lvl6pPr>
              <a:defRPr sz="735"/>
            </a:lvl6pPr>
            <a:lvl7pPr>
              <a:defRPr sz="735"/>
            </a:lvl7pPr>
            <a:lvl8pPr>
              <a:defRPr sz="735"/>
            </a:lvl8pPr>
            <a:lvl9pPr>
              <a:defRPr sz="73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755809"/>
            <a:ext cx="2438192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078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167958"/>
            <a:ext cx="2438192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362742"/>
            <a:ext cx="3827085" cy="1790381"/>
          </a:xfrm>
        </p:spPr>
        <p:txBody>
          <a:bodyPr anchor="t"/>
          <a:lstStyle>
            <a:lvl1pPr marL="0" indent="0">
              <a:buNone/>
              <a:defRPr sz="1176"/>
            </a:lvl1pPr>
            <a:lvl2pPr marL="167975" indent="0">
              <a:buNone/>
              <a:defRPr sz="1029"/>
            </a:lvl2pPr>
            <a:lvl3pPr marL="335951" indent="0">
              <a:buNone/>
              <a:defRPr sz="882"/>
            </a:lvl3pPr>
            <a:lvl4pPr marL="503926" indent="0">
              <a:buNone/>
              <a:defRPr sz="735"/>
            </a:lvl4pPr>
            <a:lvl5pPr marL="671901" indent="0">
              <a:buNone/>
              <a:defRPr sz="735"/>
            </a:lvl5pPr>
            <a:lvl6pPr marL="839876" indent="0">
              <a:buNone/>
              <a:defRPr sz="735"/>
            </a:lvl6pPr>
            <a:lvl7pPr marL="1007852" indent="0">
              <a:buNone/>
              <a:defRPr sz="735"/>
            </a:lvl7pPr>
            <a:lvl8pPr marL="1175827" indent="0">
              <a:buNone/>
              <a:defRPr sz="735"/>
            </a:lvl8pPr>
            <a:lvl9pPr marL="1343802" indent="0">
              <a:buNone/>
              <a:defRPr sz="73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755809"/>
            <a:ext cx="2438192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413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609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2" y="134133"/>
            <a:ext cx="1630055" cy="213504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134133"/>
            <a:ext cx="4795669" cy="213504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9299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134133"/>
            <a:ext cx="6520220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670664"/>
            <a:ext cx="6520220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2335076"/>
            <a:ext cx="170092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2335076"/>
            <a:ext cx="2551390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2335076"/>
            <a:ext cx="170092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737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35951" rtl="0" eaLnBrk="1" latinLnBrk="0" hangingPunct="1">
        <a:lnSpc>
          <a:spcPct val="90000"/>
        </a:lnSpc>
        <a:spcBef>
          <a:spcPct val="0"/>
        </a:spcBef>
        <a:buNone/>
        <a:defRPr sz="16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88" indent="-83988" algn="l" defTabSz="335951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029" kern="1200">
          <a:solidFill>
            <a:schemeClr val="tx1"/>
          </a:solidFill>
          <a:latin typeface="+mn-lt"/>
          <a:ea typeface="+mn-ea"/>
          <a:cs typeface="+mn-cs"/>
        </a:defRPr>
      </a:lvl1pPr>
      <a:lvl2pPr marL="25196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2pPr>
      <a:lvl3pPr marL="419938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3pPr>
      <a:lvl4pPr marL="58791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75588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923864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9183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259815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427790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7975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3595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3pPr>
      <a:lvl4pPr marL="50392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67190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83987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0785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175827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34380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E09F-D8E8-7F10-B176-ADEBEF6D2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85CC342D-27A9-630C-0298-D61722B981C2}"/>
              </a:ext>
            </a:extLst>
          </p:cNvPr>
          <p:cNvSpPr/>
          <p:nvPr/>
        </p:nvSpPr>
        <p:spPr>
          <a:xfrm>
            <a:off x="32800" y="72708"/>
            <a:ext cx="7487942" cy="2373945"/>
          </a:xfrm>
          <a:prstGeom prst="rect">
            <a:avLst/>
          </a:prstGeom>
          <a:noFill/>
          <a:ln w="19050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36000" tIns="36000" rtlCol="0" anchor="t"/>
          <a:lstStyle/>
          <a:p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LLM-based Test Plan Adaptation &amp; Execution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C973F23-C4A4-F0E5-4D54-5C24A339BB74}"/>
              </a:ext>
            </a:extLst>
          </p:cNvPr>
          <p:cNvSpPr/>
          <p:nvPr/>
        </p:nvSpPr>
        <p:spPr>
          <a:xfrm>
            <a:off x="221573" y="1952867"/>
            <a:ext cx="1268628" cy="421794"/>
          </a:xfrm>
          <a:prstGeom prst="rect">
            <a:avLst/>
          </a:prstGeom>
          <a:noFill/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700"/>
              </a:lnSpc>
            </a:pPr>
            <a:r>
              <a:rPr lang="en-US" altLang="zh-CN" sz="8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B81DAD9-2233-79B7-FE34-07CF309FEFF4}"/>
              </a:ext>
            </a:extLst>
          </p:cNvPr>
          <p:cNvSpPr/>
          <p:nvPr/>
        </p:nvSpPr>
        <p:spPr>
          <a:xfrm>
            <a:off x="159788" y="389945"/>
            <a:ext cx="2370720" cy="1392611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1685C8E-7307-57C8-5E01-3722676779F0}"/>
              </a:ext>
            </a:extLst>
          </p:cNvPr>
          <p:cNvSpPr/>
          <p:nvPr/>
        </p:nvSpPr>
        <p:spPr>
          <a:xfrm>
            <a:off x="2619483" y="389947"/>
            <a:ext cx="1670168" cy="1392611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      Edit-time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4D93260-6BA3-0A46-E3D1-2DCC747471F0}"/>
              </a:ext>
            </a:extLst>
          </p:cNvPr>
          <p:cNvSpPr/>
          <p:nvPr/>
        </p:nvSpPr>
        <p:spPr>
          <a:xfrm>
            <a:off x="4378306" y="387062"/>
            <a:ext cx="3109738" cy="1392611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Run-time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5FA8AED1-CE36-D0E0-E8F7-9F0B837048CC}"/>
              </a:ext>
            </a:extLst>
          </p:cNvPr>
          <p:cNvSpPr/>
          <p:nvPr/>
        </p:nvSpPr>
        <p:spPr>
          <a:xfrm>
            <a:off x="2837821" y="724686"/>
            <a:ext cx="1110584" cy="1012855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3CF1C7D-2ADF-A064-B030-962A1FFF2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8040" y="778533"/>
            <a:ext cx="423063" cy="423063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1D43FA0-4CCF-B6F4-64C1-A70E3A8DDF46}"/>
              </a:ext>
            </a:extLst>
          </p:cNvPr>
          <p:cNvGrpSpPr/>
          <p:nvPr/>
        </p:nvGrpSpPr>
        <p:grpSpPr>
          <a:xfrm>
            <a:off x="3397455" y="1056723"/>
            <a:ext cx="419594" cy="383090"/>
            <a:chOff x="7079832" y="2188987"/>
            <a:chExt cx="642455" cy="6182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71517FB4-149B-71D4-2376-989822468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71F7F69C-593F-5733-6CBE-B52CE3D7D9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7658" y="2482605"/>
              <a:ext cx="324629" cy="32463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1A8343DF-5EC3-BE42-11D9-5655485D0E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745" y="1284498"/>
            <a:ext cx="410725" cy="410725"/>
          </a:xfrm>
          <a:prstGeom prst="rect">
            <a:avLst/>
          </a:prstGeom>
        </p:spPr>
      </p:pic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59B81405-4B5F-FCF3-8C8A-5AB80B99DCB5}"/>
              </a:ext>
            </a:extLst>
          </p:cNvPr>
          <p:cNvSpPr/>
          <p:nvPr/>
        </p:nvSpPr>
        <p:spPr>
          <a:xfrm rot="5400000" flipH="1">
            <a:off x="5685447" y="1132322"/>
            <a:ext cx="106183" cy="244732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177F5388-8B39-E7F1-EE10-511C5CA7DE78}"/>
              </a:ext>
            </a:extLst>
          </p:cNvPr>
          <p:cNvGrpSpPr/>
          <p:nvPr/>
        </p:nvGrpSpPr>
        <p:grpSpPr>
          <a:xfrm>
            <a:off x="5324551" y="897278"/>
            <a:ext cx="417455" cy="391145"/>
            <a:chOff x="7079832" y="2188987"/>
            <a:chExt cx="629432" cy="6312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EBEEBF4B-9C9C-2263-FAB9-CBDF9CEEB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5F6F0BC7-6750-17C4-8FC4-906F44A30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4635" y="2495605"/>
              <a:ext cx="324629" cy="324630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81CCF669-FE4C-9200-676C-153C9C7203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12" y="1167919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CB7AD64F-061E-E3A0-85E8-B815CA4226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784" y="802330"/>
            <a:ext cx="447269" cy="447269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6A6D05DB-CC0A-6E55-C6B4-A3EEEFD1EE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3882" y="422060"/>
            <a:ext cx="233459" cy="233459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23AFA492-EA12-F12A-311E-8D9C393B4C60}"/>
              </a:ext>
            </a:extLst>
          </p:cNvPr>
          <p:cNvSpPr/>
          <p:nvPr/>
        </p:nvSpPr>
        <p:spPr>
          <a:xfrm>
            <a:off x="1452149" y="1722195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E510120D-F47F-10E7-DBCB-D482CA637AA4}"/>
              </a:ext>
            </a:extLst>
          </p:cNvPr>
          <p:cNvSpPr/>
          <p:nvPr/>
        </p:nvSpPr>
        <p:spPr>
          <a:xfrm>
            <a:off x="1451230" y="1661637"/>
            <a:ext cx="5769104" cy="631186"/>
          </a:xfrm>
          <a:prstGeom prst="bentUpArrow">
            <a:avLst>
              <a:gd name="adj1" fmla="val 19044"/>
              <a:gd name="adj2" fmla="val 21344"/>
              <a:gd name="adj3" fmla="val 28284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Adapted Action Units (AAU)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4836A62A-492B-9472-43A1-CE592397D012}"/>
              </a:ext>
            </a:extLst>
          </p:cNvPr>
          <p:cNvSpPr/>
          <p:nvPr/>
        </p:nvSpPr>
        <p:spPr>
          <a:xfrm>
            <a:off x="1554859" y="1806791"/>
            <a:ext cx="1111902" cy="272848"/>
          </a:xfrm>
          <a:prstGeom prst="roundRect">
            <a:avLst>
              <a:gd name="adj" fmla="val 24229"/>
            </a:avLst>
          </a:prstGeom>
          <a:solidFill>
            <a:srgbClr val="FFC00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lnSpc>
                <a:spcPts val="1100"/>
              </a:lnSpc>
              <a:defRPr/>
            </a:pPr>
            <a:r>
              <a:rPr lang="en-US" altLang="zh-CN" sz="1050" b="1" kern="0" dirty="0">
                <a:solidFill>
                  <a:prstClr val="black"/>
                </a:solidFill>
                <a:latin typeface="Calibri"/>
                <a:cs typeface="Calibri"/>
              </a:rPr>
              <a:t>Action Unit Adapter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3.4.3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HK" altLang="zh-CN" sz="105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2899D99A-A370-81A0-3E9E-14DA6A4972D5}"/>
              </a:ext>
            </a:extLst>
          </p:cNvPr>
          <p:cNvGrpSpPr/>
          <p:nvPr/>
        </p:nvGrpSpPr>
        <p:grpSpPr>
          <a:xfrm>
            <a:off x="4340320" y="1682647"/>
            <a:ext cx="2608593" cy="448518"/>
            <a:chOff x="4351209" y="4303837"/>
            <a:chExt cx="3535956" cy="455470"/>
          </a:xfrm>
          <a:solidFill>
            <a:srgbClr val="94CF1F"/>
          </a:solidFill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E68B6D63-8B0F-7A21-3E50-73A3D1907558}"/>
                </a:ext>
              </a:extLst>
            </p:cNvPr>
            <p:cNvSpPr/>
            <p:nvPr/>
          </p:nvSpPr>
          <p:spPr>
            <a:xfrm>
              <a:off x="5172719" y="4303837"/>
              <a:ext cx="2714446" cy="455470"/>
            </a:xfrm>
            <a:prstGeom prst="bentUpArrow">
              <a:avLst>
                <a:gd name="adj1" fmla="val 21377"/>
                <a:gd name="adj2" fmla="val 30129"/>
                <a:gd name="adj3" fmla="val 37309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0DDBD79-F829-D39A-75B9-4A841CB6E9A5}"/>
                </a:ext>
              </a:extLst>
            </p:cNvPr>
            <p:cNvSpPr/>
            <p:nvPr/>
          </p:nvSpPr>
          <p:spPr>
            <a:xfrm flipH="1">
              <a:off x="4351209" y="4348371"/>
              <a:ext cx="3385355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547BD1DA-8922-B747-DD3B-4643E1ACB735}"/>
              </a:ext>
            </a:extLst>
          </p:cNvPr>
          <p:cNvSpPr/>
          <p:nvPr/>
        </p:nvSpPr>
        <p:spPr>
          <a:xfrm flipH="1">
            <a:off x="700386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135B6F6F-FD25-98F9-B9B3-FD0AD2698BF5}"/>
              </a:ext>
            </a:extLst>
          </p:cNvPr>
          <p:cNvSpPr/>
          <p:nvPr/>
        </p:nvSpPr>
        <p:spPr>
          <a:xfrm flipH="1">
            <a:off x="855596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1B78BE3E-4A3F-35C3-1FD9-10C033A56899}"/>
              </a:ext>
            </a:extLst>
          </p:cNvPr>
          <p:cNvSpPr/>
          <p:nvPr/>
        </p:nvSpPr>
        <p:spPr>
          <a:xfrm flipH="1">
            <a:off x="1010805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B2E99F8F-2EA0-CAC2-42CF-494D4C2A8242}"/>
              </a:ext>
            </a:extLst>
          </p:cNvPr>
          <p:cNvSpPr/>
          <p:nvPr/>
        </p:nvSpPr>
        <p:spPr>
          <a:xfrm flipH="1">
            <a:off x="1166014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2FCBBFB1-2804-CBCB-0FCA-862194018BDC}"/>
              </a:ext>
            </a:extLst>
          </p:cNvPr>
          <p:cNvSpPr/>
          <p:nvPr/>
        </p:nvSpPr>
        <p:spPr>
          <a:xfrm flipH="1">
            <a:off x="1321223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E0AA0F94-8BDB-444B-C4F4-7E8C5319FBB7}"/>
              </a:ext>
            </a:extLst>
          </p:cNvPr>
          <p:cNvSpPr/>
          <p:nvPr/>
        </p:nvSpPr>
        <p:spPr>
          <a:xfrm>
            <a:off x="4707712" y="681745"/>
            <a:ext cx="1246737" cy="102318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600CF5DE-84A8-63A1-6FA2-9A8AD25B2590}"/>
              </a:ext>
            </a:extLst>
          </p:cNvPr>
          <p:cNvSpPr/>
          <p:nvPr/>
        </p:nvSpPr>
        <p:spPr>
          <a:xfrm>
            <a:off x="3390658" y="884911"/>
            <a:ext cx="1480065" cy="248250"/>
          </a:xfrm>
          <a:prstGeom prst="rightArrow">
            <a:avLst>
              <a:gd name="adj1" fmla="val 55478"/>
              <a:gd name="adj2" fmla="val 49159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C9675B75-CEBA-0BE9-746E-00C6C62F41C3}"/>
              </a:ext>
            </a:extLst>
          </p:cNvPr>
          <p:cNvSpPr/>
          <p:nvPr/>
        </p:nvSpPr>
        <p:spPr>
          <a:xfrm>
            <a:off x="3825209" y="1155502"/>
            <a:ext cx="1044472" cy="248799"/>
          </a:xfrm>
          <a:prstGeom prst="left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05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44942A62-515D-79F0-AE77-89FCDEA4D3DC}"/>
              </a:ext>
            </a:extLst>
          </p:cNvPr>
          <p:cNvSpPr/>
          <p:nvPr/>
        </p:nvSpPr>
        <p:spPr>
          <a:xfrm rot="5400000" flipH="1">
            <a:off x="5177798" y="998824"/>
            <a:ext cx="89923" cy="223431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2553CAEC-FF37-BA82-6EAD-78652AA0E3BD}"/>
              </a:ext>
            </a:extLst>
          </p:cNvPr>
          <p:cNvSpPr/>
          <p:nvPr/>
        </p:nvSpPr>
        <p:spPr>
          <a:xfrm rot="5400000">
            <a:off x="5905833" y="1041228"/>
            <a:ext cx="270990" cy="994038"/>
          </a:xfrm>
          <a:prstGeom prst="downArrow">
            <a:avLst>
              <a:gd name="adj1" fmla="val 48582"/>
              <a:gd name="adj2" fmla="val 48837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3600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AAU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F63A7D6E-F70D-185B-0BA3-4AC1A350E294}"/>
              </a:ext>
            </a:extLst>
          </p:cNvPr>
          <p:cNvSpPr/>
          <p:nvPr/>
        </p:nvSpPr>
        <p:spPr>
          <a:xfrm>
            <a:off x="5773118" y="951596"/>
            <a:ext cx="1064690" cy="319191"/>
          </a:xfrm>
          <a:prstGeom prst="rightArrow">
            <a:avLst>
              <a:gd name="adj1" fmla="val 42310"/>
              <a:gd name="adj2" fmla="val 5833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ts val="6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Action Loading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49623F48-9BCD-7A8B-FE56-B16A4B678449}"/>
              </a:ext>
            </a:extLst>
          </p:cNvPr>
          <p:cNvSpPr/>
          <p:nvPr/>
        </p:nvSpPr>
        <p:spPr>
          <a:xfrm>
            <a:off x="6561484" y="1385570"/>
            <a:ext cx="903676" cy="277983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0" tIns="36000" rIns="0" bIns="0" rtlCol="0" anchor="ctr"/>
          <a:lstStyle/>
          <a:p>
            <a:pPr algn="ctr" defTabSz="326535">
              <a:lnSpc>
                <a:spcPts val="1000"/>
              </a:lnSpc>
              <a:defRPr/>
            </a:pPr>
            <a:r>
              <a:rPr lang="en-US" altLang="zh-CN" sz="1100" b="1" kern="0" dirty="0">
                <a:solidFill>
                  <a:prstClr val="black"/>
                </a:solidFill>
                <a:latin typeface="Calibri"/>
                <a:cs typeface="Calibri"/>
              </a:rPr>
              <a:t>AAU Manager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3.5.1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HK" altLang="zh-CN" sz="11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346" name="Rectangle: Rounded Corners 169">
            <a:extLst>
              <a:ext uri="{FF2B5EF4-FFF2-40B4-BE49-F238E27FC236}">
                <a16:creationId xmlns:a16="http://schemas.microsoft.com/office/drawing/2014/main" id="{54200C46-2C2A-19F4-4972-03CA5D6117E7}"/>
              </a:ext>
            </a:extLst>
          </p:cNvPr>
          <p:cNvSpPr/>
          <p:nvPr/>
        </p:nvSpPr>
        <p:spPr>
          <a:xfrm>
            <a:off x="6814599" y="613258"/>
            <a:ext cx="623878" cy="671116"/>
          </a:xfrm>
          <a:prstGeom prst="roundRect">
            <a:avLst>
              <a:gd name="adj" fmla="val 26031"/>
            </a:avLst>
          </a:prstGeom>
          <a:solidFill>
            <a:srgbClr val="92D05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b"/>
          <a:lstStyle/>
          <a:p>
            <a:pPr algn="ctr"/>
            <a:r>
              <a:rPr lang="en-US" altLang="zh-CN" sz="1000" b="1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3.5.2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zh-CN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" name="图片 102">
            <a:extLst>
              <a:ext uri="{FF2B5EF4-FFF2-40B4-BE49-F238E27FC236}">
                <a16:creationId xmlns:a16="http://schemas.microsoft.com/office/drawing/2014/main" id="{E388786F-4C36-5C12-70D3-6DAC5D02C8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9860" y="604047"/>
            <a:ext cx="396565" cy="396565"/>
          </a:xfrm>
          <a:prstGeom prst="rect">
            <a:avLst/>
          </a:prstGeom>
          <a:noFill/>
          <a:ln w="15875">
            <a:noFill/>
          </a:ln>
        </p:spPr>
      </p:pic>
      <p:pic>
        <p:nvPicPr>
          <p:cNvPr id="364" name="图片 363">
            <a:extLst>
              <a:ext uri="{FF2B5EF4-FFF2-40B4-BE49-F238E27FC236}">
                <a16:creationId xmlns:a16="http://schemas.microsoft.com/office/drawing/2014/main" id="{79541F13-4DC1-2EC7-CB45-6557B4CEB2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449" y="432033"/>
            <a:ext cx="235434" cy="235434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807EBD9-D156-A76A-4199-959EB9742DEA}"/>
              </a:ext>
            </a:extLst>
          </p:cNvPr>
          <p:cNvSpPr/>
          <p:nvPr/>
        </p:nvSpPr>
        <p:spPr>
          <a:xfrm>
            <a:off x="5093522" y="116199"/>
            <a:ext cx="240953" cy="177901"/>
          </a:xfrm>
          <a:prstGeom prst="roundRect">
            <a:avLst>
              <a:gd name="adj" fmla="val 0"/>
            </a:avLst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EDCCD3B-69F9-20DF-F328-E1BD0B830593}"/>
              </a:ext>
            </a:extLst>
          </p:cNvPr>
          <p:cNvSpPr txBox="1"/>
          <p:nvPr/>
        </p:nvSpPr>
        <p:spPr>
          <a:xfrm>
            <a:off x="5264290" y="57053"/>
            <a:ext cx="110357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850"/>
              </a:lnSpc>
            </a:pP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LLM-based Test Plan Adaptation (§ </a:t>
            </a:r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994852E-67E7-86BF-A602-7110BD6A681A}"/>
              </a:ext>
            </a:extLst>
          </p:cNvPr>
          <p:cNvSpPr/>
          <p:nvPr/>
        </p:nvSpPr>
        <p:spPr>
          <a:xfrm>
            <a:off x="6379528" y="128475"/>
            <a:ext cx="240953" cy="177901"/>
          </a:xfrm>
          <a:prstGeom prst="roundRect">
            <a:avLst>
              <a:gd name="adj" fmla="val 0"/>
            </a:avLst>
          </a:prstGeom>
          <a:solidFill>
            <a:srgbClr val="92D05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0DF2EC7-57B7-FC8D-ECC0-9B9A0347A657}"/>
              </a:ext>
            </a:extLst>
          </p:cNvPr>
          <p:cNvSpPr txBox="1"/>
          <p:nvPr/>
        </p:nvSpPr>
        <p:spPr>
          <a:xfrm>
            <a:off x="6570410" y="78138"/>
            <a:ext cx="989265" cy="29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800"/>
              </a:lnSpc>
            </a:pP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Run-time Test Plan Execution (§ </a:t>
            </a:r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3.5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583A8D9A-01E7-FD77-2B55-A9FA78B22933}"/>
              </a:ext>
            </a:extLst>
          </p:cNvPr>
          <p:cNvSpPr/>
          <p:nvPr/>
        </p:nvSpPr>
        <p:spPr>
          <a:xfrm flipH="1">
            <a:off x="540482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BC45DCFF-0A44-C337-9D0E-D4D2B5922F10}"/>
              </a:ext>
            </a:extLst>
          </p:cNvPr>
          <p:cNvSpPr/>
          <p:nvPr/>
        </p:nvSpPr>
        <p:spPr>
          <a:xfrm>
            <a:off x="5308380" y="637062"/>
            <a:ext cx="1479861" cy="300430"/>
          </a:xfrm>
          <a:prstGeom prst="leftRightArrow">
            <a:avLst>
              <a:gd name="adj1" fmla="val 39317"/>
              <a:gd name="adj2" fmla="val 5000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Action Execution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6D91044A-8460-57EC-1FC2-0EEBF15875B6}"/>
              </a:ext>
            </a:extLst>
          </p:cNvPr>
          <p:cNvSpPr/>
          <p:nvPr/>
        </p:nvSpPr>
        <p:spPr>
          <a:xfrm>
            <a:off x="3673822" y="1507669"/>
            <a:ext cx="1238342" cy="215581"/>
          </a:xfrm>
          <a:prstGeom prst="roundRect">
            <a:avLst>
              <a:gd name="adj" fmla="val 29537"/>
            </a:avLst>
          </a:prstGeom>
          <a:solidFill>
            <a:srgbClr val="FFC00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326535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3.4.2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AF2829-541F-5224-DD8D-F1C015423139}"/>
              </a:ext>
            </a:extLst>
          </p:cNvPr>
          <p:cNvSpPr/>
          <p:nvPr/>
        </p:nvSpPr>
        <p:spPr>
          <a:xfrm>
            <a:off x="244233" y="673403"/>
            <a:ext cx="2227185" cy="896598"/>
          </a:xfrm>
          <a:prstGeom prst="roundRect">
            <a:avLst>
              <a:gd name="adj" fmla="val 10000"/>
            </a:avLst>
          </a:prstGeom>
          <a:solidFill>
            <a:srgbClr val="94CF1F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Ins="0" rtlCol="0" anchor="t"/>
          <a:lstStyle/>
          <a:p>
            <a:pPr algn="r" defTabSz="914409">
              <a:defRPr/>
            </a:pPr>
            <a:r>
              <a:rPr lang="en-US" altLang="zh-CN" sz="1200" b="1" kern="0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100" b="1" kern="0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 </a:t>
            </a:r>
            <a:r>
              <a:rPr lang="en-US" altLang="zh-CN" sz="1100" b="1" kern="0" dirty="0">
                <a:solidFill>
                  <a:prstClr val="white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Test Plan</a:t>
            </a:r>
            <a:r>
              <a:rPr lang="en-US" altLang="zh-CN" sz="12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3.4.1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12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3597471-2E61-6F4E-4D76-61387B85F377}"/>
              </a:ext>
            </a:extLst>
          </p:cNvPr>
          <p:cNvSpPr/>
          <p:nvPr/>
        </p:nvSpPr>
        <p:spPr>
          <a:xfrm>
            <a:off x="301260" y="929476"/>
            <a:ext cx="1563037" cy="56914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tlCol="0" anchor="t"/>
          <a:lstStyle/>
          <a:p>
            <a:pPr algn="ctr" defTabSz="914409">
              <a:defRPr/>
            </a:pPr>
            <a:r>
              <a:rPr lang="en-US" altLang="zh-CN" sz="12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2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5C77746-4170-07BB-56AC-C4D860076E99}"/>
              </a:ext>
            </a:extLst>
          </p:cNvPr>
          <p:cNvSpPr/>
          <p:nvPr/>
        </p:nvSpPr>
        <p:spPr>
          <a:xfrm>
            <a:off x="1904209" y="929476"/>
            <a:ext cx="227444" cy="56914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55CA7EF-16A9-E5B3-7292-522F28AD8C30}"/>
              </a:ext>
            </a:extLst>
          </p:cNvPr>
          <p:cNvSpPr/>
          <p:nvPr/>
        </p:nvSpPr>
        <p:spPr>
          <a:xfrm>
            <a:off x="2171807" y="929476"/>
            <a:ext cx="227444" cy="56914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66BFEB1-AF90-8DF5-D9E2-C141A5B99C74}"/>
              </a:ext>
            </a:extLst>
          </p:cNvPr>
          <p:cNvSpPr/>
          <p:nvPr/>
        </p:nvSpPr>
        <p:spPr>
          <a:xfrm>
            <a:off x="358984" y="1126015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9821517-6117-4DCC-ABF7-E6B332BA3C6A}"/>
              </a:ext>
            </a:extLst>
          </p:cNvPr>
          <p:cNvSpPr/>
          <p:nvPr/>
        </p:nvSpPr>
        <p:spPr>
          <a:xfrm flipH="1">
            <a:off x="1472334" y="1126015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C9E45DB-A3E2-4336-B790-C505C7E091B4}"/>
              </a:ext>
            </a:extLst>
          </p:cNvPr>
          <p:cNvSpPr/>
          <p:nvPr/>
        </p:nvSpPr>
        <p:spPr>
          <a:xfrm flipH="1">
            <a:off x="1626338" y="1126015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2870836B-B1B0-D2A6-C1E8-694B4AD58FA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50" y="695043"/>
            <a:ext cx="182673" cy="184468"/>
          </a:xfrm>
          <a:prstGeom prst="rect">
            <a:avLst/>
          </a:prstGeom>
        </p:spPr>
      </p:pic>
      <p:sp>
        <p:nvSpPr>
          <p:cNvPr id="52" name="箭头: 下 51">
            <a:extLst>
              <a:ext uri="{FF2B5EF4-FFF2-40B4-BE49-F238E27FC236}">
                <a16:creationId xmlns:a16="http://schemas.microsoft.com/office/drawing/2014/main" id="{2B235A78-33F4-9E3F-BF83-3F263F2552C4}"/>
              </a:ext>
            </a:extLst>
          </p:cNvPr>
          <p:cNvSpPr/>
          <p:nvPr/>
        </p:nvSpPr>
        <p:spPr>
          <a:xfrm>
            <a:off x="775513" y="1439554"/>
            <a:ext cx="304394" cy="566491"/>
          </a:xfrm>
          <a:prstGeom prst="downArrow">
            <a:avLst>
              <a:gd name="adj1" fmla="val 61951"/>
              <a:gd name="adj2" fmla="val 48837"/>
            </a:avLst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Units Adaption</a:t>
            </a:r>
            <a:endParaRPr lang="zh-CN" altLang="en-US" sz="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7713C3B0-1A2F-0B1A-AAC8-AA75F0A69206}"/>
              </a:ext>
            </a:extLst>
          </p:cNvPr>
          <p:cNvGrpSpPr/>
          <p:nvPr/>
        </p:nvGrpSpPr>
        <p:grpSpPr>
          <a:xfrm>
            <a:off x="682367" y="1600477"/>
            <a:ext cx="148028" cy="153831"/>
            <a:chOff x="4221663" y="1875126"/>
            <a:chExt cx="183799" cy="192218"/>
          </a:xfrm>
        </p:grpSpPr>
        <p:sp>
          <p:nvSpPr>
            <p:cNvPr id="47" name="AutoShape 128">
              <a:extLst>
                <a:ext uri="{FF2B5EF4-FFF2-40B4-BE49-F238E27FC236}">
                  <a16:creationId xmlns:a16="http://schemas.microsoft.com/office/drawing/2014/main" id="{3A7A0213-C134-FF15-CF37-0672D2E56F90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 sz="2400"/>
            </a:p>
          </p:txBody>
        </p:sp>
        <p:sp>
          <p:nvSpPr>
            <p:cNvPr id="48" name="AutoShape 129">
              <a:extLst>
                <a:ext uri="{FF2B5EF4-FFF2-40B4-BE49-F238E27FC236}">
                  <a16:creationId xmlns:a16="http://schemas.microsoft.com/office/drawing/2014/main" id="{7193D91D-9123-33DC-463E-E71F8C698669}"/>
                </a:ext>
              </a:extLst>
            </p:cNvPr>
            <p:cNvSpPr/>
            <p:nvPr/>
          </p:nvSpPr>
          <p:spPr>
            <a:xfrm>
              <a:off x="4278462" y="1875126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</a:t>
              </a:r>
              <a:endParaRPr lang="en-US" sz="1050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6C5A86D4-0676-099D-52C5-231C3BDF6FC3}"/>
              </a:ext>
            </a:extLst>
          </p:cNvPr>
          <p:cNvGrpSpPr/>
          <p:nvPr/>
        </p:nvGrpSpPr>
        <p:grpSpPr>
          <a:xfrm>
            <a:off x="2868413" y="1976305"/>
            <a:ext cx="162547" cy="179230"/>
            <a:chOff x="4221663" y="1864144"/>
            <a:chExt cx="182311" cy="203200"/>
          </a:xfrm>
        </p:grpSpPr>
        <p:sp>
          <p:nvSpPr>
            <p:cNvPr id="51" name="AutoShape 128">
              <a:extLst>
                <a:ext uri="{FF2B5EF4-FFF2-40B4-BE49-F238E27FC236}">
                  <a16:creationId xmlns:a16="http://schemas.microsoft.com/office/drawing/2014/main" id="{2CA0FBC8-00B0-2A11-69F8-1C0E32F7770B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AutoShape 129">
              <a:extLst>
                <a:ext uri="{FF2B5EF4-FFF2-40B4-BE49-F238E27FC236}">
                  <a16:creationId xmlns:a16="http://schemas.microsoft.com/office/drawing/2014/main" id="{79E6FC00-5051-10A7-922D-AFFB25C7CC6C}"/>
                </a:ext>
              </a:extLst>
            </p:cNvPr>
            <p:cNvSpPr/>
            <p:nvPr/>
          </p:nvSpPr>
          <p:spPr>
            <a:xfrm>
              <a:off x="4276974" y="1864144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57AC014E-3424-281D-D49A-570E8A208561}"/>
              </a:ext>
            </a:extLst>
          </p:cNvPr>
          <p:cNvGrpSpPr/>
          <p:nvPr/>
        </p:nvGrpSpPr>
        <p:grpSpPr>
          <a:xfrm>
            <a:off x="5743520" y="1011910"/>
            <a:ext cx="170240" cy="172475"/>
            <a:chOff x="4221663" y="1871953"/>
            <a:chExt cx="186971" cy="195391"/>
          </a:xfrm>
        </p:grpSpPr>
        <p:sp>
          <p:nvSpPr>
            <p:cNvPr id="56" name="AutoShape 128">
              <a:extLst>
                <a:ext uri="{FF2B5EF4-FFF2-40B4-BE49-F238E27FC236}">
                  <a16:creationId xmlns:a16="http://schemas.microsoft.com/office/drawing/2014/main" id="{800CE7B7-6CD6-4143-D4C4-37E5769B2A3F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 sz="2400"/>
            </a:p>
          </p:txBody>
        </p:sp>
        <p:sp>
          <p:nvSpPr>
            <p:cNvPr id="57" name="AutoShape 129">
              <a:extLst>
                <a:ext uri="{FF2B5EF4-FFF2-40B4-BE49-F238E27FC236}">
                  <a16:creationId xmlns:a16="http://schemas.microsoft.com/office/drawing/2014/main" id="{24ABF4E6-64DB-5331-105F-498A4359C6CC}"/>
                </a:ext>
              </a:extLst>
            </p:cNvPr>
            <p:cNvSpPr/>
            <p:nvPr/>
          </p:nvSpPr>
          <p:spPr>
            <a:xfrm>
              <a:off x="4281634" y="1871953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rgbClr val="FFFFFF"/>
                  </a:solidFill>
                  <a:latin typeface="Times New Roman"/>
                  <a:cs typeface="Times New Roman"/>
                  <a:sym typeface="Times New Roman"/>
                </a:rPr>
                <a:t>3</a:t>
              </a:r>
              <a:endParaRPr lang="en-US" sz="1050" dirty="0"/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05FA5295-11E5-4F11-0515-D98D8AEC911D}"/>
              </a:ext>
            </a:extLst>
          </p:cNvPr>
          <p:cNvGrpSpPr/>
          <p:nvPr/>
        </p:nvGrpSpPr>
        <p:grpSpPr>
          <a:xfrm>
            <a:off x="2970259" y="2137398"/>
            <a:ext cx="162547" cy="179230"/>
            <a:chOff x="4221663" y="1864144"/>
            <a:chExt cx="182311" cy="203200"/>
          </a:xfrm>
        </p:grpSpPr>
        <p:sp>
          <p:nvSpPr>
            <p:cNvPr id="68" name="AutoShape 128">
              <a:extLst>
                <a:ext uri="{FF2B5EF4-FFF2-40B4-BE49-F238E27FC236}">
                  <a16:creationId xmlns:a16="http://schemas.microsoft.com/office/drawing/2014/main" id="{8EE696DA-DA82-678D-6D94-3D5089E5447D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AutoShape 129">
              <a:extLst>
                <a:ext uri="{FF2B5EF4-FFF2-40B4-BE49-F238E27FC236}">
                  <a16:creationId xmlns:a16="http://schemas.microsoft.com/office/drawing/2014/main" id="{1B36424C-9C25-FE26-2CD3-4E9330CE0A2D}"/>
                </a:ext>
              </a:extLst>
            </p:cNvPr>
            <p:cNvSpPr/>
            <p:nvPr/>
          </p:nvSpPr>
          <p:spPr>
            <a:xfrm>
              <a:off x="4276974" y="1864144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E785871-B9C3-82B3-8808-80AAA97FF678}"/>
              </a:ext>
            </a:extLst>
          </p:cNvPr>
          <p:cNvGrpSpPr/>
          <p:nvPr/>
        </p:nvGrpSpPr>
        <p:grpSpPr>
          <a:xfrm>
            <a:off x="5501517" y="684188"/>
            <a:ext cx="169287" cy="180076"/>
            <a:chOff x="4221663" y="1864144"/>
            <a:chExt cx="182311" cy="203200"/>
          </a:xfrm>
        </p:grpSpPr>
        <p:sp>
          <p:nvSpPr>
            <p:cNvPr id="81" name="AutoShape 128">
              <a:extLst>
                <a:ext uri="{FF2B5EF4-FFF2-40B4-BE49-F238E27FC236}">
                  <a16:creationId xmlns:a16="http://schemas.microsoft.com/office/drawing/2014/main" id="{ABE14E5E-2C26-8E03-75CD-54B2447B560D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AutoShape 129">
              <a:extLst>
                <a:ext uri="{FF2B5EF4-FFF2-40B4-BE49-F238E27FC236}">
                  <a16:creationId xmlns:a16="http://schemas.microsoft.com/office/drawing/2014/main" id="{BA515D1E-B978-2808-A3A2-853DFFEBD539}"/>
                </a:ext>
              </a:extLst>
            </p:cNvPr>
            <p:cNvSpPr/>
            <p:nvPr/>
          </p:nvSpPr>
          <p:spPr>
            <a:xfrm>
              <a:off x="4276974" y="1864144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</p:grp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F03BEE9D-A384-D0D6-6071-FDFE06F7EAB6}"/>
              </a:ext>
            </a:extLst>
          </p:cNvPr>
          <p:cNvSpPr/>
          <p:nvPr/>
        </p:nvSpPr>
        <p:spPr>
          <a:xfrm>
            <a:off x="1021328" y="1654597"/>
            <a:ext cx="1066132" cy="132762"/>
          </a:xfrm>
          <a:custGeom>
            <a:avLst/>
            <a:gdLst>
              <a:gd name="connsiteX0" fmla="*/ 1123950 w 1123950"/>
              <a:gd name="connsiteY0" fmla="*/ 223966 h 223966"/>
              <a:gd name="connsiteX1" fmla="*/ 990600 w 1123950"/>
              <a:gd name="connsiteY1" fmla="*/ 1716 h 223966"/>
              <a:gd name="connsiteX2" fmla="*/ 368300 w 1123950"/>
              <a:gd name="connsiteY2" fmla="*/ 119191 h 223966"/>
              <a:gd name="connsiteX3" fmla="*/ 0 w 1123950"/>
              <a:gd name="connsiteY3" fmla="*/ 84266 h 2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23966">
                <a:moveTo>
                  <a:pt x="1123950" y="223966"/>
                </a:moveTo>
                <a:cubicBezTo>
                  <a:pt x="1120246" y="121572"/>
                  <a:pt x="1116542" y="19178"/>
                  <a:pt x="990600" y="1716"/>
                </a:cubicBezTo>
                <a:cubicBezTo>
                  <a:pt x="864658" y="-15746"/>
                  <a:pt x="533400" y="105433"/>
                  <a:pt x="368300" y="119191"/>
                </a:cubicBezTo>
                <a:cubicBezTo>
                  <a:pt x="203200" y="132949"/>
                  <a:pt x="101600" y="108607"/>
                  <a:pt x="0" y="84266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666487DC-3CF6-28C1-03FD-53310E901711}"/>
              </a:ext>
            </a:extLst>
          </p:cNvPr>
          <p:cNvSpPr/>
          <p:nvPr/>
        </p:nvSpPr>
        <p:spPr>
          <a:xfrm>
            <a:off x="4073525" y="1343915"/>
            <a:ext cx="502135" cy="151510"/>
          </a:xfrm>
          <a:custGeom>
            <a:avLst/>
            <a:gdLst>
              <a:gd name="connsiteX0" fmla="*/ 0 w 502135"/>
              <a:gd name="connsiteY0" fmla="*/ 151510 h 151510"/>
              <a:gd name="connsiteX1" fmla="*/ 152400 w 502135"/>
              <a:gd name="connsiteY1" fmla="*/ 88010 h 151510"/>
              <a:gd name="connsiteX2" fmla="*/ 377825 w 502135"/>
              <a:gd name="connsiteY2" fmla="*/ 72135 h 151510"/>
              <a:gd name="connsiteX3" fmla="*/ 492125 w 502135"/>
              <a:gd name="connsiteY3" fmla="*/ 5460 h 151510"/>
              <a:gd name="connsiteX4" fmla="*/ 488950 w 502135"/>
              <a:gd name="connsiteY4" fmla="*/ 8635 h 151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2135" h="151510">
                <a:moveTo>
                  <a:pt x="0" y="151510"/>
                </a:moveTo>
                <a:cubicBezTo>
                  <a:pt x="44714" y="126374"/>
                  <a:pt x="89429" y="101239"/>
                  <a:pt x="152400" y="88010"/>
                </a:cubicBezTo>
                <a:cubicBezTo>
                  <a:pt x="215371" y="74781"/>
                  <a:pt x="321204" y="85893"/>
                  <a:pt x="377825" y="72135"/>
                </a:cubicBezTo>
                <a:cubicBezTo>
                  <a:pt x="434446" y="58377"/>
                  <a:pt x="473604" y="16043"/>
                  <a:pt x="492125" y="5460"/>
                </a:cubicBezTo>
                <a:cubicBezTo>
                  <a:pt x="510646" y="-5123"/>
                  <a:pt x="499798" y="1756"/>
                  <a:pt x="488950" y="8635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D29C5E2A-970C-DD5F-B617-C343D3ACAF5A}"/>
              </a:ext>
            </a:extLst>
          </p:cNvPr>
          <p:cNvSpPr/>
          <p:nvPr/>
        </p:nvSpPr>
        <p:spPr>
          <a:xfrm>
            <a:off x="2676525" y="1871809"/>
            <a:ext cx="854075" cy="144316"/>
          </a:xfrm>
          <a:custGeom>
            <a:avLst/>
            <a:gdLst>
              <a:gd name="connsiteX0" fmla="*/ 0 w 854075"/>
              <a:gd name="connsiteY0" fmla="*/ 45891 h 144316"/>
              <a:gd name="connsiteX1" fmla="*/ 190500 w 854075"/>
              <a:gd name="connsiteY1" fmla="*/ 1441 h 144316"/>
              <a:gd name="connsiteX2" fmla="*/ 609600 w 854075"/>
              <a:gd name="connsiteY2" fmla="*/ 23666 h 144316"/>
              <a:gd name="connsiteX3" fmla="*/ 854075 w 854075"/>
              <a:gd name="connsiteY3" fmla="*/ 144316 h 144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4075" h="144316">
                <a:moveTo>
                  <a:pt x="0" y="45891"/>
                </a:moveTo>
                <a:cubicBezTo>
                  <a:pt x="44450" y="25518"/>
                  <a:pt x="88900" y="5145"/>
                  <a:pt x="190500" y="1441"/>
                </a:cubicBezTo>
                <a:cubicBezTo>
                  <a:pt x="292100" y="-2263"/>
                  <a:pt x="499004" y="-146"/>
                  <a:pt x="609600" y="23666"/>
                </a:cubicBezTo>
                <a:cubicBezTo>
                  <a:pt x="720196" y="47478"/>
                  <a:pt x="787135" y="95897"/>
                  <a:pt x="854075" y="144316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6BC5E459-C234-37C4-B6D5-3332FAC06664}"/>
              </a:ext>
            </a:extLst>
          </p:cNvPr>
          <p:cNvSpPr/>
          <p:nvPr/>
        </p:nvSpPr>
        <p:spPr>
          <a:xfrm>
            <a:off x="4708525" y="1714500"/>
            <a:ext cx="1031875" cy="314325"/>
          </a:xfrm>
          <a:custGeom>
            <a:avLst/>
            <a:gdLst>
              <a:gd name="connsiteX0" fmla="*/ 0 w 1031875"/>
              <a:gd name="connsiteY0" fmla="*/ 0 h 314325"/>
              <a:gd name="connsiteX1" fmla="*/ 257175 w 1031875"/>
              <a:gd name="connsiteY1" fmla="*/ 158750 h 314325"/>
              <a:gd name="connsiteX2" fmla="*/ 819150 w 1031875"/>
              <a:gd name="connsiteY2" fmla="*/ 180975 h 314325"/>
              <a:gd name="connsiteX3" fmla="*/ 1031875 w 1031875"/>
              <a:gd name="connsiteY3" fmla="*/ 314325 h 314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1875" h="314325">
                <a:moveTo>
                  <a:pt x="0" y="0"/>
                </a:moveTo>
                <a:cubicBezTo>
                  <a:pt x="60325" y="64294"/>
                  <a:pt x="120650" y="128588"/>
                  <a:pt x="257175" y="158750"/>
                </a:cubicBezTo>
                <a:cubicBezTo>
                  <a:pt x="393700" y="188912"/>
                  <a:pt x="690033" y="155046"/>
                  <a:pt x="819150" y="180975"/>
                </a:cubicBezTo>
                <a:cubicBezTo>
                  <a:pt x="948267" y="206904"/>
                  <a:pt x="990071" y="260614"/>
                  <a:pt x="1031875" y="314325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23DE55F5-ADB6-6EEF-CA2C-7ED85759968C}"/>
              </a:ext>
            </a:extLst>
          </p:cNvPr>
          <p:cNvSpPr/>
          <p:nvPr/>
        </p:nvSpPr>
        <p:spPr>
          <a:xfrm>
            <a:off x="3679825" y="1733550"/>
            <a:ext cx="406400" cy="292100"/>
          </a:xfrm>
          <a:custGeom>
            <a:avLst/>
            <a:gdLst>
              <a:gd name="connsiteX0" fmla="*/ 406400 w 406400"/>
              <a:gd name="connsiteY0" fmla="*/ 0 h 292100"/>
              <a:gd name="connsiteX1" fmla="*/ 117475 w 406400"/>
              <a:gd name="connsiteY1" fmla="*/ 85725 h 292100"/>
              <a:gd name="connsiteX2" fmla="*/ 0 w 406400"/>
              <a:gd name="connsiteY2" fmla="*/ 292100 h 292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6400" h="292100">
                <a:moveTo>
                  <a:pt x="406400" y="0"/>
                </a:moveTo>
                <a:cubicBezTo>
                  <a:pt x="295804" y="18521"/>
                  <a:pt x="185208" y="37042"/>
                  <a:pt x="117475" y="85725"/>
                </a:cubicBezTo>
                <a:cubicBezTo>
                  <a:pt x="49742" y="134408"/>
                  <a:pt x="24871" y="213254"/>
                  <a:pt x="0" y="292100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B30ED3DB-0683-BC41-59F7-E71DC2F8F139}"/>
              </a:ext>
            </a:extLst>
          </p:cNvPr>
          <p:cNvGrpSpPr/>
          <p:nvPr/>
        </p:nvGrpSpPr>
        <p:grpSpPr>
          <a:xfrm>
            <a:off x="4952519" y="1969359"/>
            <a:ext cx="158525" cy="172970"/>
            <a:chOff x="4221663" y="1871241"/>
            <a:chExt cx="177800" cy="196103"/>
          </a:xfrm>
        </p:grpSpPr>
        <p:sp>
          <p:nvSpPr>
            <p:cNvPr id="102" name="AutoShape 128">
              <a:extLst>
                <a:ext uri="{FF2B5EF4-FFF2-40B4-BE49-F238E27FC236}">
                  <a16:creationId xmlns:a16="http://schemas.microsoft.com/office/drawing/2014/main" id="{BA3C239C-F427-F2DD-ACB8-C525BA6A672A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4" name="AutoShape 129">
              <a:extLst>
                <a:ext uri="{FF2B5EF4-FFF2-40B4-BE49-F238E27FC236}">
                  <a16:creationId xmlns:a16="http://schemas.microsoft.com/office/drawing/2014/main" id="{9DB62A4C-C24D-67D9-215A-E82410493775}"/>
                </a:ext>
              </a:extLst>
            </p:cNvPr>
            <p:cNvSpPr/>
            <p:nvPr/>
          </p:nvSpPr>
          <p:spPr>
            <a:xfrm>
              <a:off x="4253435" y="1871241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7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2.2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AFA21043-561A-DCD3-1AB7-9059CBEB69BE}"/>
              </a:ext>
            </a:extLst>
          </p:cNvPr>
          <p:cNvGrpSpPr/>
          <p:nvPr/>
        </p:nvGrpSpPr>
        <p:grpSpPr>
          <a:xfrm>
            <a:off x="5664587" y="1446728"/>
            <a:ext cx="158525" cy="172970"/>
            <a:chOff x="4221663" y="1871241"/>
            <a:chExt cx="177800" cy="196103"/>
          </a:xfrm>
        </p:grpSpPr>
        <p:sp>
          <p:nvSpPr>
            <p:cNvPr id="106" name="AutoShape 128">
              <a:extLst>
                <a:ext uri="{FF2B5EF4-FFF2-40B4-BE49-F238E27FC236}">
                  <a16:creationId xmlns:a16="http://schemas.microsoft.com/office/drawing/2014/main" id="{90B6061D-9EEF-4285-7D54-E67F6F0D76A4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7" name="AutoShape 129">
              <a:extLst>
                <a:ext uri="{FF2B5EF4-FFF2-40B4-BE49-F238E27FC236}">
                  <a16:creationId xmlns:a16="http://schemas.microsoft.com/office/drawing/2014/main" id="{00F4AC90-4254-D5C0-1F24-FBD378203DEE}"/>
                </a:ext>
              </a:extLst>
            </p:cNvPr>
            <p:cNvSpPr/>
            <p:nvPr/>
          </p:nvSpPr>
          <p:spPr>
            <a:xfrm>
              <a:off x="4253435" y="1871241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7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2.1</a:t>
              </a:r>
            </a:p>
          </p:txBody>
        </p:sp>
      </p:grp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148AFF9-EB85-B917-EACD-EE8C22C590D2}"/>
              </a:ext>
            </a:extLst>
          </p:cNvPr>
          <p:cNvSpPr/>
          <p:nvPr/>
        </p:nvSpPr>
        <p:spPr>
          <a:xfrm rot="5400000" flipH="1">
            <a:off x="5331943" y="1357618"/>
            <a:ext cx="89923" cy="223431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2B3D0E7C-2789-E6E0-4772-08ADA9FF532F}"/>
              </a:ext>
            </a:extLst>
          </p:cNvPr>
          <p:cNvSpPr/>
          <p:nvPr/>
        </p:nvSpPr>
        <p:spPr>
          <a:xfrm>
            <a:off x="576195" y="432768"/>
            <a:ext cx="199916" cy="20977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A</a:t>
            </a:r>
            <a:endParaRPr lang="zh-CN" altLang="en-US" sz="1400" dirty="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F3E7D72D-9182-B5E2-E304-ACFEC3B01600}"/>
              </a:ext>
            </a:extLst>
          </p:cNvPr>
          <p:cNvSpPr/>
          <p:nvPr/>
        </p:nvSpPr>
        <p:spPr>
          <a:xfrm>
            <a:off x="2758650" y="430831"/>
            <a:ext cx="199916" cy="20977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B</a:t>
            </a:r>
            <a:endParaRPr lang="zh-CN" altLang="en-US" sz="1400" dirty="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DB9CE0AA-E521-7E68-0A60-5E8F4D64167D}"/>
              </a:ext>
            </a:extLst>
          </p:cNvPr>
          <p:cNvSpPr/>
          <p:nvPr/>
        </p:nvSpPr>
        <p:spPr>
          <a:xfrm>
            <a:off x="5075766" y="428242"/>
            <a:ext cx="199916" cy="20977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C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07121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290AB217-A902-D542-96D5-38FB0CD4E7F8}"/>
              </a:ext>
            </a:extLst>
          </p:cNvPr>
          <p:cNvSpPr/>
          <p:nvPr/>
        </p:nvSpPr>
        <p:spPr>
          <a:xfrm>
            <a:off x="-226115" y="-145150"/>
            <a:ext cx="8096150" cy="2809662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VRAgent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393A6D-6288-9B67-1DD5-022B29AF3F5B}"/>
              </a:ext>
            </a:extLst>
          </p:cNvPr>
          <p:cNvSpPr/>
          <p:nvPr/>
        </p:nvSpPr>
        <p:spPr>
          <a:xfrm>
            <a:off x="-115630" y="2048621"/>
            <a:ext cx="1694645" cy="520947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24BEE3-3F76-24EC-63C2-D4F0CDC81311}"/>
              </a:ext>
            </a:extLst>
          </p:cNvPr>
          <p:cNvSpPr/>
          <p:nvPr/>
        </p:nvSpPr>
        <p:spPr>
          <a:xfrm>
            <a:off x="-125788" y="195406"/>
            <a:ext cx="2370720" cy="1560953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3B43F3-CC2D-2265-50C6-9D7592D91DA7}"/>
              </a:ext>
            </a:extLst>
          </p:cNvPr>
          <p:cNvSpPr/>
          <p:nvPr/>
        </p:nvSpPr>
        <p:spPr>
          <a:xfrm>
            <a:off x="-51963" y="495054"/>
            <a:ext cx="2227185" cy="113132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6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lang="zh-CN" altLang="en-US" sz="16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4BABB93-14A9-4DB4-FCAA-C4C1C2B7B514}"/>
              </a:ext>
            </a:extLst>
          </p:cNvPr>
          <p:cNvSpPr/>
          <p:nvPr/>
        </p:nvSpPr>
        <p:spPr>
          <a:xfrm>
            <a:off x="11521" y="841767"/>
            <a:ext cx="1563037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4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C0AD74C-3376-781B-165A-C98CE3BF065E}"/>
              </a:ext>
            </a:extLst>
          </p:cNvPr>
          <p:cNvSpPr/>
          <p:nvPr/>
        </p:nvSpPr>
        <p:spPr>
          <a:xfrm>
            <a:off x="1614470" y="841767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A7DAE44-6B32-59F7-0DAC-81F58C1EA818}"/>
              </a:ext>
            </a:extLst>
          </p:cNvPr>
          <p:cNvSpPr/>
          <p:nvPr/>
        </p:nvSpPr>
        <p:spPr>
          <a:xfrm>
            <a:off x="1882068" y="841767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D40DCAD-6F57-8EF4-2E13-716C55E8C2E5}"/>
              </a:ext>
            </a:extLst>
          </p:cNvPr>
          <p:cNvSpPr/>
          <p:nvPr/>
        </p:nvSpPr>
        <p:spPr>
          <a:xfrm>
            <a:off x="69245" y="1134028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375D1F2-6A94-E51D-692A-805B0D397098}"/>
              </a:ext>
            </a:extLst>
          </p:cNvPr>
          <p:cNvSpPr/>
          <p:nvPr/>
        </p:nvSpPr>
        <p:spPr>
          <a:xfrm flipH="1">
            <a:off x="1182595" y="1134028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A2194F92-5B13-1FCA-ED0D-5B5C9CEB77BB}"/>
              </a:ext>
            </a:extLst>
          </p:cNvPr>
          <p:cNvSpPr/>
          <p:nvPr/>
        </p:nvSpPr>
        <p:spPr>
          <a:xfrm>
            <a:off x="219942" y="1436716"/>
            <a:ext cx="304394" cy="688315"/>
          </a:xfrm>
          <a:prstGeom prst="downArrow">
            <a:avLst>
              <a:gd name="adj1" fmla="val 69470"/>
              <a:gd name="adj2" fmla="val 48837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Reading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D036A25-3159-F7FF-BDAD-54E5C32740C1}"/>
              </a:ext>
            </a:extLst>
          </p:cNvPr>
          <p:cNvSpPr/>
          <p:nvPr/>
        </p:nvSpPr>
        <p:spPr>
          <a:xfrm flipH="1">
            <a:off x="1336599" y="1134028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9B530021-2AB5-8084-42CC-4720A03FA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86" y="528245"/>
            <a:ext cx="295675" cy="298581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EA00B1C-13E2-A822-3E03-02E63E103491}"/>
              </a:ext>
            </a:extLst>
          </p:cNvPr>
          <p:cNvSpPr/>
          <p:nvPr/>
        </p:nvSpPr>
        <p:spPr>
          <a:xfrm>
            <a:off x="2338237" y="209136"/>
            <a:ext cx="1919768" cy="182069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97A2967-999E-822B-C6AB-C86F5BD20FF6}"/>
              </a:ext>
            </a:extLst>
          </p:cNvPr>
          <p:cNvSpPr/>
          <p:nvPr/>
        </p:nvSpPr>
        <p:spPr>
          <a:xfrm>
            <a:off x="4569049" y="209142"/>
            <a:ext cx="3246979" cy="182069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D038F863-32E4-EAE6-F113-614BCEAC0254}"/>
              </a:ext>
            </a:extLst>
          </p:cNvPr>
          <p:cNvSpPr/>
          <p:nvPr/>
        </p:nvSpPr>
        <p:spPr>
          <a:xfrm>
            <a:off x="3911412" y="1620855"/>
            <a:ext cx="1028533" cy="248250"/>
          </a:xfrm>
          <a:prstGeom prst="roundRect">
            <a:avLst>
              <a:gd name="adj" fmla="val 50000"/>
            </a:avLst>
          </a:prstGeom>
          <a:solidFill>
            <a:srgbClr val="F8C1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3DEBD1C6-D5C2-7CF4-18D7-4063460820E3}"/>
              </a:ext>
            </a:extLst>
          </p:cNvPr>
          <p:cNvSpPr/>
          <p:nvPr/>
        </p:nvSpPr>
        <p:spPr>
          <a:xfrm>
            <a:off x="2485626" y="636816"/>
            <a:ext cx="1463679" cy="1211819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6943C4F-1076-8E6B-57B3-835A772A6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983" y="717874"/>
            <a:ext cx="534420" cy="53442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FDE2E10-ECA0-14BE-F837-DCB5ED7E1827}"/>
              </a:ext>
            </a:extLst>
          </p:cNvPr>
          <p:cNvGrpSpPr/>
          <p:nvPr/>
        </p:nvGrpSpPr>
        <p:grpSpPr>
          <a:xfrm>
            <a:off x="3291659" y="1080468"/>
            <a:ext cx="436207" cy="438424"/>
            <a:chOff x="7079832" y="2188987"/>
            <a:chExt cx="667891" cy="7075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41D077F9-7167-9A24-B7EA-AF3D8B20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FC40CA9C-738D-3876-ACF7-37968F1F6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272AF27C-04D8-18A8-C6A0-2BDE396A6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482" y="1339496"/>
            <a:ext cx="410725" cy="410725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690B95-F0B3-3A05-0A7E-EB4F6F648D4D}"/>
              </a:ext>
            </a:extLst>
          </p:cNvPr>
          <p:cNvGrpSpPr/>
          <p:nvPr/>
        </p:nvGrpSpPr>
        <p:grpSpPr>
          <a:xfrm>
            <a:off x="5547821" y="975879"/>
            <a:ext cx="436207" cy="438424"/>
            <a:chOff x="7079832" y="2188987"/>
            <a:chExt cx="667891" cy="7075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982EB95-3CAD-67F6-AFA4-E731A498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F1C1642-4E8F-32EC-4797-ACAF1EA32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75814343-3FEA-98EB-5D60-507E1DAD0A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643" y="1234908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D7F5582-6FDC-C76C-AD0D-C95F59049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570" y="654070"/>
            <a:ext cx="590507" cy="590507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BF0270D4-8BFF-562E-1B68-4AA201A8E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1083" y="231847"/>
            <a:ext cx="334416" cy="334416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0217B508-E6D5-8C57-61F7-D3124C0A6657}"/>
              </a:ext>
            </a:extLst>
          </p:cNvPr>
          <p:cNvSpPr/>
          <p:nvPr/>
        </p:nvSpPr>
        <p:spPr>
          <a:xfrm>
            <a:off x="1499517" y="1899072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A8730221-4AE0-E9CB-D53F-C3D00E1285F9}"/>
              </a:ext>
            </a:extLst>
          </p:cNvPr>
          <p:cNvSpPr/>
          <p:nvPr/>
        </p:nvSpPr>
        <p:spPr>
          <a:xfrm>
            <a:off x="1499517" y="1756355"/>
            <a:ext cx="5873062" cy="699978"/>
          </a:xfrm>
          <a:prstGeom prst="bentUpArrow">
            <a:avLst>
              <a:gd name="adj1" fmla="val 15820"/>
              <a:gd name="adj2" fmla="val 21337"/>
              <a:gd name="adj3" fmla="val 32089"/>
            </a:avLst>
          </a:prstGeom>
          <a:solidFill>
            <a:srgbClr val="69AB3C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Adapted Action Units (AAU)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D0CEB689-82E6-11FA-A91B-8616E6F0A367}"/>
              </a:ext>
            </a:extLst>
          </p:cNvPr>
          <p:cNvSpPr/>
          <p:nvPr/>
        </p:nvSpPr>
        <p:spPr>
          <a:xfrm>
            <a:off x="1841915" y="2090918"/>
            <a:ext cx="976854" cy="427096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lnSpc>
                <a:spcPts val="1100"/>
              </a:lnSpc>
              <a:defRPr/>
            </a:pPr>
            <a:r>
              <a:rPr lang="en-US" altLang="zh-CN" sz="1100" b="1" kern="0" dirty="0">
                <a:solidFill>
                  <a:prstClr val="black"/>
                </a:solidFill>
                <a:cs typeface="Calibri"/>
              </a:rPr>
              <a:t>Action Unit Manager</a:t>
            </a:r>
            <a:endParaRPr lang="en-HK" altLang="zh-CN" sz="1100" b="1" kern="0" dirty="0">
              <a:solidFill>
                <a:prstClr val="black"/>
              </a:solidFill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DC1A39C-CB15-72C6-D943-AF5985FFF787}"/>
              </a:ext>
            </a:extLst>
          </p:cNvPr>
          <p:cNvGrpSpPr/>
          <p:nvPr/>
        </p:nvGrpSpPr>
        <p:grpSpPr>
          <a:xfrm>
            <a:off x="4378563" y="1764238"/>
            <a:ext cx="2697761" cy="545128"/>
            <a:chOff x="4351210" y="4175737"/>
            <a:chExt cx="4025020" cy="583570"/>
          </a:xfrm>
          <a:solidFill>
            <a:srgbClr val="69AB3C"/>
          </a:solidFill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9E9C844B-51AE-BEA6-CEA3-6CCF5B661B3D}"/>
                </a:ext>
              </a:extLst>
            </p:cNvPr>
            <p:cNvSpPr/>
            <p:nvPr/>
          </p:nvSpPr>
          <p:spPr>
            <a:xfrm>
              <a:off x="5172720" y="4175737"/>
              <a:ext cx="3203510" cy="583570"/>
            </a:xfrm>
            <a:prstGeom prst="bentUpArrow">
              <a:avLst>
                <a:gd name="adj1" fmla="val 18326"/>
                <a:gd name="adj2" fmla="val 23204"/>
                <a:gd name="adj3" fmla="val 40079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20D45E9-B91E-EE9B-21A4-E4FD93863155}"/>
                </a:ext>
              </a:extLst>
            </p:cNvPr>
            <p:cNvSpPr/>
            <p:nvPr/>
          </p:nvSpPr>
          <p:spPr>
            <a:xfrm flipH="1">
              <a:off x="4351210" y="4348371"/>
              <a:ext cx="3608660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5" name="矩形: 圆角 334">
            <a:extLst>
              <a:ext uri="{FF2B5EF4-FFF2-40B4-BE49-F238E27FC236}">
                <a16:creationId xmlns:a16="http://schemas.microsoft.com/office/drawing/2014/main" id="{64D78AB8-E969-346C-404D-43E88F7CCAA2}"/>
              </a:ext>
            </a:extLst>
          </p:cNvPr>
          <p:cNvSpPr/>
          <p:nvPr/>
        </p:nvSpPr>
        <p:spPr>
          <a:xfrm flipH="1">
            <a:off x="314406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6" name="矩形: 圆角 335">
            <a:extLst>
              <a:ext uri="{FF2B5EF4-FFF2-40B4-BE49-F238E27FC236}">
                <a16:creationId xmlns:a16="http://schemas.microsoft.com/office/drawing/2014/main" id="{29BAEFD8-FEEC-D487-2779-BDE3562A363A}"/>
              </a:ext>
            </a:extLst>
          </p:cNvPr>
          <p:cNvSpPr/>
          <p:nvPr/>
        </p:nvSpPr>
        <p:spPr>
          <a:xfrm flipH="1">
            <a:off x="469615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7" name="矩形: 圆角 336">
            <a:extLst>
              <a:ext uri="{FF2B5EF4-FFF2-40B4-BE49-F238E27FC236}">
                <a16:creationId xmlns:a16="http://schemas.microsoft.com/office/drawing/2014/main" id="{2D7DDAB6-CE9A-4F55-F4D7-31751770C1C5}"/>
              </a:ext>
            </a:extLst>
          </p:cNvPr>
          <p:cNvSpPr/>
          <p:nvPr/>
        </p:nvSpPr>
        <p:spPr>
          <a:xfrm flipH="1">
            <a:off x="624824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08992EB4-E871-C1CC-E152-23468D77E172}"/>
              </a:ext>
            </a:extLst>
          </p:cNvPr>
          <p:cNvSpPr/>
          <p:nvPr/>
        </p:nvSpPr>
        <p:spPr>
          <a:xfrm flipH="1">
            <a:off x="780033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6415B3D0-8AE5-D53E-67B5-1224B84A9337}"/>
              </a:ext>
            </a:extLst>
          </p:cNvPr>
          <p:cNvSpPr/>
          <p:nvPr/>
        </p:nvSpPr>
        <p:spPr>
          <a:xfrm flipH="1">
            <a:off x="935243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CC1AE87D-08F1-A7D6-CF56-08FD450D3FC7}"/>
              </a:ext>
            </a:extLst>
          </p:cNvPr>
          <p:cNvSpPr/>
          <p:nvPr/>
        </p:nvSpPr>
        <p:spPr>
          <a:xfrm flipH="1">
            <a:off x="1090452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35251B52-10D2-AE39-04BE-A3E87BA65969}"/>
              </a:ext>
            </a:extLst>
          </p:cNvPr>
          <p:cNvSpPr/>
          <p:nvPr/>
        </p:nvSpPr>
        <p:spPr>
          <a:xfrm flipH="1">
            <a:off x="1245661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735C336D-09E7-253F-8C97-1EB321498CAC}"/>
              </a:ext>
            </a:extLst>
          </p:cNvPr>
          <p:cNvSpPr/>
          <p:nvPr/>
        </p:nvSpPr>
        <p:spPr>
          <a:xfrm flipH="1">
            <a:off x="1400870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A597CA6D-F60C-E3B6-CEE3-A15C51D544A2}"/>
              </a:ext>
            </a:extLst>
          </p:cNvPr>
          <p:cNvSpPr/>
          <p:nvPr/>
        </p:nvSpPr>
        <p:spPr>
          <a:xfrm>
            <a:off x="5772001" y="588020"/>
            <a:ext cx="1124986" cy="316995"/>
          </a:xfrm>
          <a:prstGeom prst="leftRightArrow">
            <a:avLst>
              <a:gd name="adj1" fmla="val 39317"/>
              <a:gd name="adj2" fmla="val 50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Interacting</a:t>
            </a:r>
            <a:endParaRPr lang="zh-CN" alt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5A599BBB-195A-C9A8-6A71-9CAAD5691C88}"/>
              </a:ext>
            </a:extLst>
          </p:cNvPr>
          <p:cNvSpPr/>
          <p:nvPr/>
        </p:nvSpPr>
        <p:spPr>
          <a:xfrm>
            <a:off x="4606713" y="612855"/>
            <a:ext cx="1535009" cy="123141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9482F806-7AFC-4F15-C882-2447E6B776B4}"/>
              </a:ext>
            </a:extLst>
          </p:cNvPr>
          <p:cNvSpPr/>
          <p:nvPr/>
        </p:nvSpPr>
        <p:spPr>
          <a:xfrm>
            <a:off x="3138427" y="754581"/>
            <a:ext cx="1703392" cy="37773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420ED5D7-62B6-0398-ED9A-BFB26EC1462A}"/>
              </a:ext>
            </a:extLst>
          </p:cNvPr>
          <p:cNvSpPr/>
          <p:nvPr/>
        </p:nvSpPr>
        <p:spPr>
          <a:xfrm>
            <a:off x="3940498" y="1297576"/>
            <a:ext cx="1044472" cy="316995"/>
          </a:xfrm>
          <a:prstGeom prst="left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A9E32536-C2DA-9968-3FF3-00B825ADC9B2}"/>
              </a:ext>
            </a:extLst>
          </p:cNvPr>
          <p:cNvSpPr/>
          <p:nvPr/>
        </p:nvSpPr>
        <p:spPr>
          <a:xfrm rot="5400000" flipH="1">
            <a:off x="5249055" y="1011955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CB407AC2-D760-65F8-72D4-387459777C30}"/>
              </a:ext>
            </a:extLst>
          </p:cNvPr>
          <p:cNvSpPr/>
          <p:nvPr/>
        </p:nvSpPr>
        <p:spPr>
          <a:xfrm rot="5400000">
            <a:off x="6093629" y="1029540"/>
            <a:ext cx="275898" cy="1183451"/>
          </a:xfrm>
          <a:prstGeom prst="downArrow">
            <a:avLst>
              <a:gd name="adj1" fmla="val 38782"/>
              <a:gd name="adj2" fmla="val 48837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AAU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35B17428-17FD-AE32-255B-AD229BC71DD3}"/>
              </a:ext>
            </a:extLst>
          </p:cNvPr>
          <p:cNvSpPr/>
          <p:nvPr/>
        </p:nvSpPr>
        <p:spPr>
          <a:xfrm>
            <a:off x="6154596" y="1053781"/>
            <a:ext cx="827465" cy="253926"/>
          </a:xfrm>
          <a:prstGeom prst="rightArrow">
            <a:avLst>
              <a:gd name="adj1" fmla="val 58373"/>
              <a:gd name="adj2" fmla="val 615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6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Parsing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5D0D006F-32BB-F91D-0071-C8A46AD3EDE1}"/>
              </a:ext>
            </a:extLst>
          </p:cNvPr>
          <p:cNvSpPr/>
          <p:nvPr/>
        </p:nvSpPr>
        <p:spPr>
          <a:xfrm>
            <a:off x="6695681" y="1432610"/>
            <a:ext cx="987941" cy="340181"/>
          </a:xfrm>
          <a:prstGeom prst="roundRect">
            <a:avLst>
              <a:gd name="adj" fmla="val 50000"/>
            </a:avLst>
          </a:prstGeom>
          <a:solidFill>
            <a:srgbClr val="69AB3C"/>
          </a:solidFill>
          <a:ln w="22225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lnSpc>
                <a:spcPts val="10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cs typeface="Calibri"/>
              </a:rPr>
              <a:t>AAU Manager</a:t>
            </a:r>
            <a:endParaRPr lang="en-HK" altLang="zh-CN" sz="1400" b="1" kern="0" dirty="0">
              <a:solidFill>
                <a:prstClr val="black"/>
              </a:solidFill>
              <a:ea typeface="等线"/>
              <a:cs typeface="Calibri"/>
            </a:endParaRPr>
          </a:p>
        </p:txBody>
      </p:sp>
      <p:grpSp>
        <p:nvGrpSpPr>
          <p:cNvPr id="347" name="组合 346">
            <a:extLst>
              <a:ext uri="{FF2B5EF4-FFF2-40B4-BE49-F238E27FC236}">
                <a16:creationId xmlns:a16="http://schemas.microsoft.com/office/drawing/2014/main" id="{D6F625CC-4547-C1FB-04CD-89A7AD8DDB22}"/>
              </a:ext>
            </a:extLst>
          </p:cNvPr>
          <p:cNvGrpSpPr/>
          <p:nvPr/>
        </p:nvGrpSpPr>
        <p:grpSpPr>
          <a:xfrm>
            <a:off x="6956075" y="561224"/>
            <a:ext cx="599688" cy="633921"/>
            <a:chOff x="7088031" y="6351077"/>
            <a:chExt cx="599688" cy="633921"/>
          </a:xfrm>
        </p:grpSpPr>
        <p:sp>
          <p:nvSpPr>
            <p:cNvPr id="346" name="Rectangle: Rounded Corners 169">
              <a:extLst>
                <a:ext uri="{FF2B5EF4-FFF2-40B4-BE49-F238E27FC236}">
                  <a16:creationId xmlns:a16="http://schemas.microsoft.com/office/drawing/2014/main" id="{2336CC30-12A6-C645-54AA-E156CEBE9FFA}"/>
                </a:ext>
              </a:extLst>
            </p:cNvPr>
            <p:cNvSpPr/>
            <p:nvPr/>
          </p:nvSpPr>
          <p:spPr>
            <a:xfrm>
              <a:off x="7088031" y="6351077"/>
              <a:ext cx="599688" cy="633921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25400" cap="rnd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lIns="0" tIns="0" rIns="0" bIns="0" rtlCol="0" anchor="b"/>
            <a:lstStyle/>
            <a:p>
              <a:pPr algn="ctr"/>
              <a:r>
                <a:rPr lang="en-US" altLang="zh-CN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zh-CN" altLang="zh-CN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5242A32B-C646-75C8-C114-E3CAA57C8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0842" y="6384795"/>
              <a:ext cx="396565" cy="396565"/>
            </a:xfrm>
            <a:prstGeom prst="rect">
              <a:avLst/>
            </a:prstGeom>
          </p:spPr>
        </p:pic>
      </p:grp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F25814C5-EA90-0AAE-2545-E691A72ECAF6}"/>
              </a:ext>
            </a:extLst>
          </p:cNvPr>
          <p:cNvSpPr/>
          <p:nvPr/>
        </p:nvSpPr>
        <p:spPr>
          <a:xfrm rot="5400000" flipH="1">
            <a:off x="5478609" y="1434021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0E40DBC9-985E-8A8F-0A26-1DD51C7379D1}"/>
              </a:ext>
            </a:extLst>
          </p:cNvPr>
          <p:cNvSpPr/>
          <p:nvPr/>
        </p:nvSpPr>
        <p:spPr>
          <a:xfrm rot="5400000" flipH="1">
            <a:off x="5899933" y="1054049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64" name="图片 363">
            <a:extLst>
              <a:ext uri="{FF2B5EF4-FFF2-40B4-BE49-F238E27FC236}">
                <a16:creationId xmlns:a16="http://schemas.microsoft.com/office/drawing/2014/main" id="{67226387-8D4F-B377-3E34-2E82CE5E3B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492" y="240690"/>
            <a:ext cx="334416" cy="334416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7061D0E-C046-2856-0BBC-B93FE53C3076}"/>
              </a:ext>
            </a:extLst>
          </p:cNvPr>
          <p:cNvSpPr/>
          <p:nvPr/>
        </p:nvSpPr>
        <p:spPr>
          <a:xfrm>
            <a:off x="5479337" y="-68752"/>
            <a:ext cx="272329" cy="177901"/>
          </a:xfrm>
          <a:prstGeom prst="roundRect">
            <a:avLst>
              <a:gd name="adj" fmla="val 0"/>
            </a:avLst>
          </a:prstGeom>
          <a:solidFill>
            <a:srgbClr val="F8C1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15DB43F-8460-FE2C-B74A-6CE366AD2ACE}"/>
              </a:ext>
            </a:extLst>
          </p:cNvPr>
          <p:cNvSpPr txBox="1"/>
          <p:nvPr/>
        </p:nvSpPr>
        <p:spPr>
          <a:xfrm>
            <a:off x="5684074" y="-143170"/>
            <a:ext cx="12693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LLM-generated Test Plan Transformation</a:t>
            </a:r>
            <a:endParaRPr lang="en-US" altLang="zh-CN" sz="8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475841D-4225-D893-EE54-81EFFD27CC57}"/>
              </a:ext>
            </a:extLst>
          </p:cNvPr>
          <p:cNvSpPr/>
          <p:nvPr/>
        </p:nvSpPr>
        <p:spPr>
          <a:xfrm>
            <a:off x="6750493" y="-54439"/>
            <a:ext cx="272329" cy="177901"/>
          </a:xfrm>
          <a:prstGeom prst="roundRect">
            <a:avLst>
              <a:gd name="adj" fmla="val 0"/>
            </a:avLst>
          </a:prstGeom>
          <a:solidFill>
            <a:srgbClr val="69AB3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44EC390-109D-F7DD-2A87-05EDB85F6971}"/>
              </a:ext>
            </a:extLst>
          </p:cNvPr>
          <p:cNvSpPr txBox="1"/>
          <p:nvPr/>
        </p:nvSpPr>
        <p:spPr>
          <a:xfrm>
            <a:off x="6956075" y="-117952"/>
            <a:ext cx="913960" cy="324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altLang="zh-CN" sz="900" dirty="0"/>
              <a:t>VRAgent: Test Plan Execution</a:t>
            </a:r>
          </a:p>
        </p:txBody>
      </p:sp>
    </p:spTree>
    <p:extLst>
      <p:ext uri="{BB962C8B-B14F-4D97-AF65-F5344CB8AC3E}">
        <p14:creationId xmlns:p14="http://schemas.microsoft.com/office/powerpoint/2010/main" val="98840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6155</TotalTime>
  <Words>153</Words>
  <Application>Microsoft Office PowerPoint</Application>
  <PresentationFormat>自定义</PresentationFormat>
  <Paragraphs>58</Paragraphs>
  <Slides>2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Arial</vt:lpstr>
      <vt:lpstr>Calibri</vt:lpstr>
      <vt:lpstr>Calibri Light</vt:lpstr>
      <vt:lpstr>Consolas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72</cp:revision>
  <dcterms:created xsi:type="dcterms:W3CDTF">2025-11-07T12:56:43Z</dcterms:created>
  <dcterms:modified xsi:type="dcterms:W3CDTF">2025-12-12T07:56:47Z</dcterms:modified>
</cp:coreProperties>
</file>