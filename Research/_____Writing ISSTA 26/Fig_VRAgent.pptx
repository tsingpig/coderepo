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</p:sldIdLst>
  <p:sldSz cx="8459788" cy="2987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B4FB"/>
    <a:srgbClr val="47C4FC"/>
    <a:srgbClr val="BAE5F8"/>
    <a:srgbClr val="E6E6E6"/>
    <a:srgbClr val="DEDEDE"/>
    <a:srgbClr val="69AB3C"/>
    <a:srgbClr val="39C1A1"/>
    <a:srgbClr val="30A287"/>
    <a:srgbClr val="D9D9D9"/>
    <a:srgbClr val="F8C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1" autoAdjust="0"/>
    <p:restoredTop sz="94660"/>
  </p:normalViewPr>
  <p:slideViewPr>
    <p:cSldViewPr snapToGrid="0">
      <p:cViewPr>
        <p:scale>
          <a:sx n="200" d="100"/>
          <a:sy n="200" d="100"/>
        </p:scale>
        <p:origin x="168" y="1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7474" y="488955"/>
            <a:ext cx="6344841" cy="1040154"/>
          </a:xfrm>
        </p:spPr>
        <p:txBody>
          <a:bodyPr anchor="b"/>
          <a:lstStyle>
            <a:lvl1pPr algn="ctr">
              <a:defRPr sz="261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7474" y="1569221"/>
            <a:ext cx="6344841" cy="721330"/>
          </a:xfrm>
        </p:spPr>
        <p:txBody>
          <a:bodyPr/>
          <a:lstStyle>
            <a:lvl1pPr marL="0" indent="0" algn="ctr">
              <a:buNone/>
              <a:defRPr sz="1045"/>
            </a:lvl1pPr>
            <a:lvl2pPr marL="199156" indent="0" algn="ctr">
              <a:buNone/>
              <a:defRPr sz="871"/>
            </a:lvl2pPr>
            <a:lvl3pPr marL="398313" indent="0" algn="ctr">
              <a:buNone/>
              <a:defRPr sz="784"/>
            </a:lvl3pPr>
            <a:lvl4pPr marL="597469" indent="0" algn="ctr">
              <a:buNone/>
              <a:defRPr sz="697"/>
            </a:lvl4pPr>
            <a:lvl5pPr marL="796625" indent="0" algn="ctr">
              <a:buNone/>
              <a:defRPr sz="697"/>
            </a:lvl5pPr>
            <a:lvl6pPr marL="995782" indent="0" algn="ctr">
              <a:buNone/>
              <a:defRPr sz="697"/>
            </a:lvl6pPr>
            <a:lvl7pPr marL="1194938" indent="0" algn="ctr">
              <a:buNone/>
              <a:defRPr sz="697"/>
            </a:lvl7pPr>
            <a:lvl8pPr marL="1394094" indent="0" algn="ctr">
              <a:buNone/>
              <a:defRPr sz="697"/>
            </a:lvl8pPr>
            <a:lvl9pPr marL="1593251" indent="0" algn="ctr">
              <a:buNone/>
              <a:defRPr sz="69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2B35-EFD2-4092-A369-A03DF3F0D02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0BA-E3C8-4613-98D9-CE1215F71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2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2B35-EFD2-4092-A369-A03DF3F0D02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0BA-E3C8-4613-98D9-CE1215F71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887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204" y="744844"/>
            <a:ext cx="7296567" cy="1242790"/>
          </a:xfrm>
        </p:spPr>
        <p:txBody>
          <a:bodyPr anchor="b"/>
          <a:lstStyle>
            <a:lvl1pPr>
              <a:defRPr sz="261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7204" y="1999391"/>
            <a:ext cx="7296567" cy="653554"/>
          </a:xfrm>
        </p:spPr>
        <p:txBody>
          <a:bodyPr/>
          <a:lstStyle>
            <a:lvl1pPr marL="0" indent="0">
              <a:buNone/>
              <a:defRPr sz="1045">
                <a:solidFill>
                  <a:schemeClr val="tx1">
                    <a:tint val="75000"/>
                  </a:schemeClr>
                </a:solidFill>
              </a:defRPr>
            </a:lvl1pPr>
            <a:lvl2pPr marL="199156" indent="0">
              <a:buNone/>
              <a:defRPr sz="871">
                <a:solidFill>
                  <a:schemeClr val="tx1">
                    <a:tint val="75000"/>
                  </a:schemeClr>
                </a:solidFill>
              </a:defRPr>
            </a:lvl2pPr>
            <a:lvl3pPr marL="398313" indent="0">
              <a:buNone/>
              <a:defRPr sz="784">
                <a:solidFill>
                  <a:schemeClr val="tx1">
                    <a:tint val="75000"/>
                  </a:schemeClr>
                </a:solidFill>
              </a:defRPr>
            </a:lvl3pPr>
            <a:lvl4pPr marL="597469" indent="0">
              <a:buNone/>
              <a:defRPr sz="697">
                <a:solidFill>
                  <a:schemeClr val="tx1">
                    <a:tint val="75000"/>
                  </a:schemeClr>
                </a:solidFill>
              </a:defRPr>
            </a:lvl4pPr>
            <a:lvl5pPr marL="796625" indent="0">
              <a:buNone/>
              <a:defRPr sz="697">
                <a:solidFill>
                  <a:schemeClr val="tx1">
                    <a:tint val="75000"/>
                  </a:schemeClr>
                </a:solidFill>
              </a:defRPr>
            </a:lvl5pPr>
            <a:lvl6pPr marL="995782" indent="0">
              <a:buNone/>
              <a:defRPr sz="697">
                <a:solidFill>
                  <a:schemeClr val="tx1">
                    <a:tint val="75000"/>
                  </a:schemeClr>
                </a:solidFill>
              </a:defRPr>
            </a:lvl6pPr>
            <a:lvl7pPr marL="1194938" indent="0">
              <a:buNone/>
              <a:defRPr sz="697">
                <a:solidFill>
                  <a:schemeClr val="tx1">
                    <a:tint val="75000"/>
                  </a:schemeClr>
                </a:solidFill>
              </a:defRPr>
            </a:lvl7pPr>
            <a:lvl8pPr marL="1394094" indent="0">
              <a:buNone/>
              <a:defRPr sz="697">
                <a:solidFill>
                  <a:schemeClr val="tx1">
                    <a:tint val="75000"/>
                  </a:schemeClr>
                </a:solidFill>
              </a:defRPr>
            </a:lvl8pPr>
            <a:lvl9pPr marL="1593251" indent="0">
              <a:buNone/>
              <a:defRPr sz="6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2B35-EFD2-4092-A369-A03DF3F0D02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0BA-E3C8-4613-98D9-CE1215F71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921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610" y="795330"/>
            <a:ext cx="3595410" cy="18956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2768" y="795330"/>
            <a:ext cx="3595410" cy="18956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2B35-EFD2-4092-A369-A03DF3F0D02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0BA-E3C8-4613-98D9-CE1215F71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557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712" y="159066"/>
            <a:ext cx="7296567" cy="577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712" y="732395"/>
            <a:ext cx="3578887" cy="358936"/>
          </a:xfrm>
        </p:spPr>
        <p:txBody>
          <a:bodyPr anchor="b"/>
          <a:lstStyle>
            <a:lvl1pPr marL="0" indent="0">
              <a:buNone/>
              <a:defRPr sz="1045" b="1"/>
            </a:lvl1pPr>
            <a:lvl2pPr marL="199156" indent="0">
              <a:buNone/>
              <a:defRPr sz="871" b="1"/>
            </a:lvl2pPr>
            <a:lvl3pPr marL="398313" indent="0">
              <a:buNone/>
              <a:defRPr sz="784" b="1"/>
            </a:lvl3pPr>
            <a:lvl4pPr marL="597469" indent="0">
              <a:buNone/>
              <a:defRPr sz="697" b="1"/>
            </a:lvl4pPr>
            <a:lvl5pPr marL="796625" indent="0">
              <a:buNone/>
              <a:defRPr sz="697" b="1"/>
            </a:lvl5pPr>
            <a:lvl6pPr marL="995782" indent="0">
              <a:buNone/>
              <a:defRPr sz="697" b="1"/>
            </a:lvl6pPr>
            <a:lvl7pPr marL="1194938" indent="0">
              <a:buNone/>
              <a:defRPr sz="697" b="1"/>
            </a:lvl7pPr>
            <a:lvl8pPr marL="1394094" indent="0">
              <a:buNone/>
              <a:defRPr sz="697" b="1"/>
            </a:lvl8pPr>
            <a:lvl9pPr marL="1593251" indent="0">
              <a:buNone/>
              <a:defRPr sz="6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712" y="1091331"/>
            <a:ext cx="3578887" cy="16051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768" y="732395"/>
            <a:ext cx="3596512" cy="358936"/>
          </a:xfrm>
        </p:spPr>
        <p:txBody>
          <a:bodyPr anchor="b"/>
          <a:lstStyle>
            <a:lvl1pPr marL="0" indent="0">
              <a:buNone/>
              <a:defRPr sz="1045" b="1"/>
            </a:lvl1pPr>
            <a:lvl2pPr marL="199156" indent="0">
              <a:buNone/>
              <a:defRPr sz="871" b="1"/>
            </a:lvl2pPr>
            <a:lvl3pPr marL="398313" indent="0">
              <a:buNone/>
              <a:defRPr sz="784" b="1"/>
            </a:lvl3pPr>
            <a:lvl4pPr marL="597469" indent="0">
              <a:buNone/>
              <a:defRPr sz="697" b="1"/>
            </a:lvl4pPr>
            <a:lvl5pPr marL="796625" indent="0">
              <a:buNone/>
              <a:defRPr sz="697" b="1"/>
            </a:lvl5pPr>
            <a:lvl6pPr marL="995782" indent="0">
              <a:buNone/>
              <a:defRPr sz="697" b="1"/>
            </a:lvl6pPr>
            <a:lvl7pPr marL="1194938" indent="0">
              <a:buNone/>
              <a:defRPr sz="697" b="1"/>
            </a:lvl7pPr>
            <a:lvl8pPr marL="1394094" indent="0">
              <a:buNone/>
              <a:defRPr sz="697" b="1"/>
            </a:lvl8pPr>
            <a:lvl9pPr marL="1593251" indent="0">
              <a:buNone/>
              <a:defRPr sz="6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82768" y="1091331"/>
            <a:ext cx="3596512" cy="16051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2B35-EFD2-4092-A369-A03DF3F0D02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0BA-E3C8-4613-98D9-CE1215F71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503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2B35-EFD2-4092-A369-A03DF3F0D02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0BA-E3C8-4613-98D9-CE1215F71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046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2B35-EFD2-4092-A369-A03DF3F0D02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0BA-E3C8-4613-98D9-CE1215F71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739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712" y="199178"/>
            <a:ext cx="2728502" cy="697124"/>
          </a:xfrm>
        </p:spPr>
        <p:txBody>
          <a:bodyPr anchor="b"/>
          <a:lstStyle>
            <a:lvl1pPr>
              <a:defRPr sz="139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6512" y="430170"/>
            <a:ext cx="4282768" cy="2123186"/>
          </a:xfrm>
        </p:spPr>
        <p:txBody>
          <a:bodyPr/>
          <a:lstStyle>
            <a:lvl1pPr>
              <a:defRPr sz="1394"/>
            </a:lvl1pPr>
            <a:lvl2pPr>
              <a:defRPr sz="1220"/>
            </a:lvl2pPr>
            <a:lvl3pPr>
              <a:defRPr sz="1045"/>
            </a:lvl3pPr>
            <a:lvl4pPr>
              <a:defRPr sz="871"/>
            </a:lvl4pPr>
            <a:lvl5pPr>
              <a:defRPr sz="871"/>
            </a:lvl5pPr>
            <a:lvl6pPr>
              <a:defRPr sz="871"/>
            </a:lvl6pPr>
            <a:lvl7pPr>
              <a:defRPr sz="871"/>
            </a:lvl7pPr>
            <a:lvl8pPr>
              <a:defRPr sz="871"/>
            </a:lvl8pPr>
            <a:lvl9pPr>
              <a:defRPr sz="87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2712" y="896303"/>
            <a:ext cx="2728502" cy="1660511"/>
          </a:xfrm>
        </p:spPr>
        <p:txBody>
          <a:bodyPr/>
          <a:lstStyle>
            <a:lvl1pPr marL="0" indent="0">
              <a:buNone/>
              <a:defRPr sz="697"/>
            </a:lvl1pPr>
            <a:lvl2pPr marL="199156" indent="0">
              <a:buNone/>
              <a:defRPr sz="610"/>
            </a:lvl2pPr>
            <a:lvl3pPr marL="398313" indent="0">
              <a:buNone/>
              <a:defRPr sz="523"/>
            </a:lvl3pPr>
            <a:lvl4pPr marL="597469" indent="0">
              <a:buNone/>
              <a:defRPr sz="436"/>
            </a:lvl4pPr>
            <a:lvl5pPr marL="796625" indent="0">
              <a:buNone/>
              <a:defRPr sz="436"/>
            </a:lvl5pPr>
            <a:lvl6pPr marL="995782" indent="0">
              <a:buNone/>
              <a:defRPr sz="436"/>
            </a:lvl6pPr>
            <a:lvl7pPr marL="1194938" indent="0">
              <a:buNone/>
              <a:defRPr sz="436"/>
            </a:lvl7pPr>
            <a:lvl8pPr marL="1394094" indent="0">
              <a:buNone/>
              <a:defRPr sz="436"/>
            </a:lvl8pPr>
            <a:lvl9pPr marL="1593251" indent="0">
              <a:buNone/>
              <a:defRPr sz="43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2B35-EFD2-4092-A369-A03DF3F0D02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0BA-E3C8-4613-98D9-CE1215F71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254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712" y="199178"/>
            <a:ext cx="2728502" cy="697124"/>
          </a:xfrm>
        </p:spPr>
        <p:txBody>
          <a:bodyPr anchor="b"/>
          <a:lstStyle>
            <a:lvl1pPr>
              <a:defRPr sz="139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96512" y="430170"/>
            <a:ext cx="4282768" cy="2123186"/>
          </a:xfrm>
        </p:spPr>
        <p:txBody>
          <a:bodyPr anchor="t"/>
          <a:lstStyle>
            <a:lvl1pPr marL="0" indent="0">
              <a:buNone/>
              <a:defRPr sz="1394"/>
            </a:lvl1pPr>
            <a:lvl2pPr marL="199156" indent="0">
              <a:buNone/>
              <a:defRPr sz="1220"/>
            </a:lvl2pPr>
            <a:lvl3pPr marL="398313" indent="0">
              <a:buNone/>
              <a:defRPr sz="1045"/>
            </a:lvl3pPr>
            <a:lvl4pPr marL="597469" indent="0">
              <a:buNone/>
              <a:defRPr sz="871"/>
            </a:lvl4pPr>
            <a:lvl5pPr marL="796625" indent="0">
              <a:buNone/>
              <a:defRPr sz="871"/>
            </a:lvl5pPr>
            <a:lvl6pPr marL="995782" indent="0">
              <a:buNone/>
              <a:defRPr sz="871"/>
            </a:lvl6pPr>
            <a:lvl7pPr marL="1194938" indent="0">
              <a:buNone/>
              <a:defRPr sz="871"/>
            </a:lvl7pPr>
            <a:lvl8pPr marL="1394094" indent="0">
              <a:buNone/>
              <a:defRPr sz="871"/>
            </a:lvl8pPr>
            <a:lvl9pPr marL="1593251" indent="0">
              <a:buNone/>
              <a:defRPr sz="871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2712" y="896303"/>
            <a:ext cx="2728502" cy="1660511"/>
          </a:xfrm>
        </p:spPr>
        <p:txBody>
          <a:bodyPr/>
          <a:lstStyle>
            <a:lvl1pPr marL="0" indent="0">
              <a:buNone/>
              <a:defRPr sz="697"/>
            </a:lvl1pPr>
            <a:lvl2pPr marL="199156" indent="0">
              <a:buNone/>
              <a:defRPr sz="610"/>
            </a:lvl2pPr>
            <a:lvl3pPr marL="398313" indent="0">
              <a:buNone/>
              <a:defRPr sz="523"/>
            </a:lvl3pPr>
            <a:lvl4pPr marL="597469" indent="0">
              <a:buNone/>
              <a:defRPr sz="436"/>
            </a:lvl4pPr>
            <a:lvl5pPr marL="796625" indent="0">
              <a:buNone/>
              <a:defRPr sz="436"/>
            </a:lvl5pPr>
            <a:lvl6pPr marL="995782" indent="0">
              <a:buNone/>
              <a:defRPr sz="436"/>
            </a:lvl6pPr>
            <a:lvl7pPr marL="1194938" indent="0">
              <a:buNone/>
              <a:defRPr sz="436"/>
            </a:lvl7pPr>
            <a:lvl8pPr marL="1394094" indent="0">
              <a:buNone/>
              <a:defRPr sz="436"/>
            </a:lvl8pPr>
            <a:lvl9pPr marL="1593251" indent="0">
              <a:buNone/>
              <a:defRPr sz="43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2B35-EFD2-4092-A369-A03DF3F0D02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0BA-E3C8-4613-98D9-CE1215F71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536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2B35-EFD2-4092-A369-A03DF3F0D02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0BA-E3C8-4613-98D9-CE1215F71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836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54036" y="159066"/>
            <a:ext cx="1824142" cy="253191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610" y="159066"/>
            <a:ext cx="5366678" cy="253191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2B35-EFD2-4092-A369-A03DF3F0D02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0BA-E3C8-4613-98D9-CE1215F71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672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611" y="159066"/>
            <a:ext cx="7296567" cy="577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611" y="795330"/>
            <a:ext cx="7296567" cy="1895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1611" y="2769132"/>
            <a:ext cx="1903452" cy="1590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02B35-EFD2-4092-A369-A03DF3F0D02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02305" y="2769132"/>
            <a:ext cx="2855178" cy="1590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74725" y="2769132"/>
            <a:ext cx="1903452" cy="1590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090BA-E3C8-4613-98D9-CE1215F714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987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98313" rtl="0" eaLnBrk="1" latinLnBrk="0" hangingPunct="1">
        <a:lnSpc>
          <a:spcPct val="90000"/>
        </a:lnSpc>
        <a:spcBef>
          <a:spcPct val="0"/>
        </a:spcBef>
        <a:buNone/>
        <a:defRPr sz="19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9578" indent="-99578" algn="l" defTabSz="39831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220" kern="1200">
          <a:solidFill>
            <a:schemeClr val="tx1"/>
          </a:solidFill>
          <a:latin typeface="+mn-lt"/>
          <a:ea typeface="+mn-ea"/>
          <a:cs typeface="+mn-cs"/>
        </a:defRPr>
      </a:lvl1pPr>
      <a:lvl2pPr marL="298734" indent="-99578" algn="l" defTabSz="398313" rtl="0" eaLnBrk="1" latinLnBrk="0" hangingPunct="1">
        <a:lnSpc>
          <a:spcPct val="90000"/>
        </a:lnSpc>
        <a:spcBef>
          <a:spcPts val="218"/>
        </a:spcBef>
        <a:buFont typeface="Arial" panose="020B0604020202020204" pitchFamily="34" charset="0"/>
        <a:buChar char="•"/>
        <a:defRPr sz="1045" kern="1200">
          <a:solidFill>
            <a:schemeClr val="tx1"/>
          </a:solidFill>
          <a:latin typeface="+mn-lt"/>
          <a:ea typeface="+mn-ea"/>
          <a:cs typeface="+mn-cs"/>
        </a:defRPr>
      </a:lvl2pPr>
      <a:lvl3pPr marL="497891" indent="-99578" algn="l" defTabSz="398313" rtl="0" eaLnBrk="1" latinLnBrk="0" hangingPunct="1">
        <a:lnSpc>
          <a:spcPct val="90000"/>
        </a:lnSpc>
        <a:spcBef>
          <a:spcPts val="218"/>
        </a:spcBef>
        <a:buFont typeface="Arial" panose="020B0604020202020204" pitchFamily="34" charset="0"/>
        <a:buChar char="•"/>
        <a:defRPr sz="871" kern="1200">
          <a:solidFill>
            <a:schemeClr val="tx1"/>
          </a:solidFill>
          <a:latin typeface="+mn-lt"/>
          <a:ea typeface="+mn-ea"/>
          <a:cs typeface="+mn-cs"/>
        </a:defRPr>
      </a:lvl3pPr>
      <a:lvl4pPr marL="697047" indent="-99578" algn="l" defTabSz="398313" rtl="0" eaLnBrk="1" latinLnBrk="0" hangingPunct="1">
        <a:lnSpc>
          <a:spcPct val="90000"/>
        </a:lnSpc>
        <a:spcBef>
          <a:spcPts val="218"/>
        </a:spcBef>
        <a:buFont typeface="Arial" panose="020B0604020202020204" pitchFamily="34" charset="0"/>
        <a:buChar char="•"/>
        <a:defRPr sz="784" kern="1200">
          <a:solidFill>
            <a:schemeClr val="tx1"/>
          </a:solidFill>
          <a:latin typeface="+mn-lt"/>
          <a:ea typeface="+mn-ea"/>
          <a:cs typeface="+mn-cs"/>
        </a:defRPr>
      </a:lvl4pPr>
      <a:lvl5pPr marL="896203" indent="-99578" algn="l" defTabSz="398313" rtl="0" eaLnBrk="1" latinLnBrk="0" hangingPunct="1">
        <a:lnSpc>
          <a:spcPct val="90000"/>
        </a:lnSpc>
        <a:spcBef>
          <a:spcPts val="218"/>
        </a:spcBef>
        <a:buFont typeface="Arial" panose="020B0604020202020204" pitchFamily="34" charset="0"/>
        <a:buChar char="•"/>
        <a:defRPr sz="784" kern="1200">
          <a:solidFill>
            <a:schemeClr val="tx1"/>
          </a:solidFill>
          <a:latin typeface="+mn-lt"/>
          <a:ea typeface="+mn-ea"/>
          <a:cs typeface="+mn-cs"/>
        </a:defRPr>
      </a:lvl5pPr>
      <a:lvl6pPr marL="1095360" indent="-99578" algn="l" defTabSz="398313" rtl="0" eaLnBrk="1" latinLnBrk="0" hangingPunct="1">
        <a:lnSpc>
          <a:spcPct val="90000"/>
        </a:lnSpc>
        <a:spcBef>
          <a:spcPts val="218"/>
        </a:spcBef>
        <a:buFont typeface="Arial" panose="020B0604020202020204" pitchFamily="34" charset="0"/>
        <a:buChar char="•"/>
        <a:defRPr sz="784" kern="1200">
          <a:solidFill>
            <a:schemeClr val="tx1"/>
          </a:solidFill>
          <a:latin typeface="+mn-lt"/>
          <a:ea typeface="+mn-ea"/>
          <a:cs typeface="+mn-cs"/>
        </a:defRPr>
      </a:lvl6pPr>
      <a:lvl7pPr marL="1294516" indent="-99578" algn="l" defTabSz="398313" rtl="0" eaLnBrk="1" latinLnBrk="0" hangingPunct="1">
        <a:lnSpc>
          <a:spcPct val="90000"/>
        </a:lnSpc>
        <a:spcBef>
          <a:spcPts val="218"/>
        </a:spcBef>
        <a:buFont typeface="Arial" panose="020B0604020202020204" pitchFamily="34" charset="0"/>
        <a:buChar char="•"/>
        <a:defRPr sz="784" kern="1200">
          <a:solidFill>
            <a:schemeClr val="tx1"/>
          </a:solidFill>
          <a:latin typeface="+mn-lt"/>
          <a:ea typeface="+mn-ea"/>
          <a:cs typeface="+mn-cs"/>
        </a:defRPr>
      </a:lvl7pPr>
      <a:lvl8pPr marL="1493672" indent="-99578" algn="l" defTabSz="398313" rtl="0" eaLnBrk="1" latinLnBrk="0" hangingPunct="1">
        <a:lnSpc>
          <a:spcPct val="90000"/>
        </a:lnSpc>
        <a:spcBef>
          <a:spcPts val="218"/>
        </a:spcBef>
        <a:buFont typeface="Arial" panose="020B0604020202020204" pitchFamily="34" charset="0"/>
        <a:buChar char="•"/>
        <a:defRPr sz="784" kern="1200">
          <a:solidFill>
            <a:schemeClr val="tx1"/>
          </a:solidFill>
          <a:latin typeface="+mn-lt"/>
          <a:ea typeface="+mn-ea"/>
          <a:cs typeface="+mn-cs"/>
        </a:defRPr>
      </a:lvl8pPr>
      <a:lvl9pPr marL="1692829" indent="-99578" algn="l" defTabSz="398313" rtl="0" eaLnBrk="1" latinLnBrk="0" hangingPunct="1">
        <a:lnSpc>
          <a:spcPct val="90000"/>
        </a:lnSpc>
        <a:spcBef>
          <a:spcPts val="218"/>
        </a:spcBef>
        <a:buFont typeface="Arial" panose="020B0604020202020204" pitchFamily="34" charset="0"/>
        <a:buChar char="•"/>
        <a:defRPr sz="7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8313" rtl="0" eaLnBrk="1" latinLnBrk="0" hangingPunct="1">
        <a:defRPr sz="784" kern="1200">
          <a:solidFill>
            <a:schemeClr val="tx1"/>
          </a:solidFill>
          <a:latin typeface="+mn-lt"/>
          <a:ea typeface="+mn-ea"/>
          <a:cs typeface="+mn-cs"/>
        </a:defRPr>
      </a:lvl1pPr>
      <a:lvl2pPr marL="199156" algn="l" defTabSz="398313" rtl="0" eaLnBrk="1" latinLnBrk="0" hangingPunct="1">
        <a:defRPr sz="784" kern="1200">
          <a:solidFill>
            <a:schemeClr val="tx1"/>
          </a:solidFill>
          <a:latin typeface="+mn-lt"/>
          <a:ea typeface="+mn-ea"/>
          <a:cs typeface="+mn-cs"/>
        </a:defRPr>
      </a:lvl2pPr>
      <a:lvl3pPr marL="398313" algn="l" defTabSz="398313" rtl="0" eaLnBrk="1" latinLnBrk="0" hangingPunct="1">
        <a:defRPr sz="784" kern="1200">
          <a:solidFill>
            <a:schemeClr val="tx1"/>
          </a:solidFill>
          <a:latin typeface="+mn-lt"/>
          <a:ea typeface="+mn-ea"/>
          <a:cs typeface="+mn-cs"/>
        </a:defRPr>
      </a:lvl3pPr>
      <a:lvl4pPr marL="597469" algn="l" defTabSz="398313" rtl="0" eaLnBrk="1" latinLnBrk="0" hangingPunct="1">
        <a:defRPr sz="784" kern="1200">
          <a:solidFill>
            <a:schemeClr val="tx1"/>
          </a:solidFill>
          <a:latin typeface="+mn-lt"/>
          <a:ea typeface="+mn-ea"/>
          <a:cs typeface="+mn-cs"/>
        </a:defRPr>
      </a:lvl4pPr>
      <a:lvl5pPr marL="796625" algn="l" defTabSz="398313" rtl="0" eaLnBrk="1" latinLnBrk="0" hangingPunct="1">
        <a:defRPr sz="784" kern="1200">
          <a:solidFill>
            <a:schemeClr val="tx1"/>
          </a:solidFill>
          <a:latin typeface="+mn-lt"/>
          <a:ea typeface="+mn-ea"/>
          <a:cs typeface="+mn-cs"/>
        </a:defRPr>
      </a:lvl5pPr>
      <a:lvl6pPr marL="995782" algn="l" defTabSz="398313" rtl="0" eaLnBrk="1" latinLnBrk="0" hangingPunct="1">
        <a:defRPr sz="784" kern="1200">
          <a:solidFill>
            <a:schemeClr val="tx1"/>
          </a:solidFill>
          <a:latin typeface="+mn-lt"/>
          <a:ea typeface="+mn-ea"/>
          <a:cs typeface="+mn-cs"/>
        </a:defRPr>
      </a:lvl6pPr>
      <a:lvl7pPr marL="1194938" algn="l" defTabSz="398313" rtl="0" eaLnBrk="1" latinLnBrk="0" hangingPunct="1">
        <a:defRPr sz="784" kern="1200">
          <a:solidFill>
            <a:schemeClr val="tx1"/>
          </a:solidFill>
          <a:latin typeface="+mn-lt"/>
          <a:ea typeface="+mn-ea"/>
          <a:cs typeface="+mn-cs"/>
        </a:defRPr>
      </a:lvl7pPr>
      <a:lvl8pPr marL="1394094" algn="l" defTabSz="398313" rtl="0" eaLnBrk="1" latinLnBrk="0" hangingPunct="1">
        <a:defRPr sz="784" kern="1200">
          <a:solidFill>
            <a:schemeClr val="tx1"/>
          </a:solidFill>
          <a:latin typeface="+mn-lt"/>
          <a:ea typeface="+mn-ea"/>
          <a:cs typeface="+mn-cs"/>
        </a:defRPr>
      </a:lvl8pPr>
      <a:lvl9pPr marL="1593251" algn="l" defTabSz="398313" rtl="0" eaLnBrk="1" latinLnBrk="0" hangingPunct="1">
        <a:defRPr sz="7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 92">
            <a:extLst>
              <a:ext uri="{FF2B5EF4-FFF2-40B4-BE49-F238E27FC236}">
                <a16:creationId xmlns:a16="http://schemas.microsoft.com/office/drawing/2014/main" id="{290AB217-A902-D542-96D5-38FB0CD4E7F8}"/>
              </a:ext>
            </a:extLst>
          </p:cNvPr>
          <p:cNvSpPr/>
          <p:nvPr/>
        </p:nvSpPr>
        <p:spPr>
          <a:xfrm>
            <a:off x="223942" y="89006"/>
            <a:ext cx="8096150" cy="2809662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VRAgent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B393A6D-6288-9B67-1DD5-022B29AF3F5B}"/>
              </a:ext>
            </a:extLst>
          </p:cNvPr>
          <p:cNvSpPr/>
          <p:nvPr/>
        </p:nvSpPr>
        <p:spPr>
          <a:xfrm>
            <a:off x="334427" y="2282775"/>
            <a:ext cx="1694645" cy="520947"/>
          </a:xfrm>
          <a:prstGeom prst="rect">
            <a:avLst/>
          </a:prstGeom>
          <a:noFill/>
          <a:ln w="222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vert270" lIns="36000" tIns="0" bIns="0" rtlCol="0" anchor="t"/>
          <a:lstStyle/>
          <a:p>
            <a:pPr algn="ctr">
              <a:lnSpc>
                <a:spcPts val="900"/>
              </a:lnSpc>
            </a:pPr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Adapted Action</a:t>
            </a:r>
            <a:b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Units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624BEE3-3F76-24EC-63C2-D4F0CDC81311}"/>
              </a:ext>
            </a:extLst>
          </p:cNvPr>
          <p:cNvSpPr/>
          <p:nvPr/>
        </p:nvSpPr>
        <p:spPr>
          <a:xfrm>
            <a:off x="324269" y="429560"/>
            <a:ext cx="2370720" cy="1560953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Disk Storage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3B43F3-CC2D-2265-50C6-9D7592D91DA7}"/>
              </a:ext>
            </a:extLst>
          </p:cNvPr>
          <p:cNvSpPr/>
          <p:nvPr/>
        </p:nvSpPr>
        <p:spPr>
          <a:xfrm>
            <a:off x="398093" y="729208"/>
            <a:ext cx="2227185" cy="1131327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99CB38">
                  <a:satMod val="103000"/>
                  <a:lumMod val="102000"/>
                  <a:tint val="94000"/>
                </a:srgbClr>
              </a:gs>
              <a:gs pos="50000">
                <a:srgbClr val="99CB38">
                  <a:satMod val="110000"/>
                  <a:lumMod val="100000"/>
                  <a:shade val="100000"/>
                </a:srgbClr>
              </a:gs>
              <a:gs pos="100000">
                <a:srgbClr val="99CB38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algn="ctr" defTabSz="914400">
              <a:defRPr/>
            </a:pPr>
            <a:r>
              <a:rPr lang="en-US" altLang="zh-CN" sz="1600" b="1" kern="0" dirty="0">
                <a:solidFill>
                  <a:prstClr val="white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Test Plan</a:t>
            </a:r>
            <a:endParaRPr lang="zh-CN" altLang="en-US" sz="1600" b="1" kern="0" dirty="0">
              <a:solidFill>
                <a:prstClr val="white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4BABB93-14A9-4DB4-FCAA-C4C1C2B7B514}"/>
              </a:ext>
            </a:extLst>
          </p:cNvPr>
          <p:cNvSpPr/>
          <p:nvPr/>
        </p:nvSpPr>
        <p:spPr>
          <a:xfrm>
            <a:off x="461576" y="1075923"/>
            <a:ext cx="1563037" cy="6648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algn="ctr" defTabSz="914400">
              <a:defRPr/>
            </a:pPr>
            <a:r>
              <a:rPr lang="en-US" altLang="zh-CN" sz="1400" b="1" kern="0" dirty="0">
                <a:solidFill>
                  <a:prstClr val="white"/>
                </a:solidFill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Task Unit</a:t>
            </a:r>
            <a:endParaRPr lang="zh-CN" altLang="en-US" sz="14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C0AD74C-3376-781B-165A-C98CE3BF065E}"/>
              </a:ext>
            </a:extLst>
          </p:cNvPr>
          <p:cNvSpPr/>
          <p:nvPr/>
        </p:nvSpPr>
        <p:spPr>
          <a:xfrm>
            <a:off x="2064527" y="1075923"/>
            <a:ext cx="227444" cy="6648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4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A7DAE44-6B32-59F7-0DAC-81F58C1EA818}"/>
              </a:ext>
            </a:extLst>
          </p:cNvPr>
          <p:cNvSpPr/>
          <p:nvPr/>
        </p:nvSpPr>
        <p:spPr>
          <a:xfrm>
            <a:off x="2332124" y="1075923"/>
            <a:ext cx="227444" cy="6648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4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D40DCAD-6F57-8EF4-2E13-716C55E8C2E5}"/>
              </a:ext>
            </a:extLst>
          </p:cNvPr>
          <p:cNvSpPr/>
          <p:nvPr/>
        </p:nvSpPr>
        <p:spPr>
          <a:xfrm>
            <a:off x="519302" y="1368184"/>
            <a:ext cx="1067168" cy="28832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algn="ctr" defTabSz="914400">
              <a:defRPr/>
            </a:pPr>
            <a:r>
              <a:rPr lang="en-US" altLang="zh-CN" sz="1100" b="1" kern="0" dirty="0">
                <a:solidFill>
                  <a:prstClr val="white"/>
                </a:solidFill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Action Unit</a:t>
            </a:r>
            <a:endParaRPr lang="zh-CN" altLang="en-US" sz="11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375D1F2-6A94-E51D-692A-805B0D397098}"/>
              </a:ext>
            </a:extLst>
          </p:cNvPr>
          <p:cNvSpPr/>
          <p:nvPr/>
        </p:nvSpPr>
        <p:spPr>
          <a:xfrm flipH="1">
            <a:off x="1632647" y="1368184"/>
            <a:ext cx="120311" cy="28832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1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箭头: 下 51">
            <a:extLst>
              <a:ext uri="{FF2B5EF4-FFF2-40B4-BE49-F238E27FC236}">
                <a16:creationId xmlns:a16="http://schemas.microsoft.com/office/drawing/2014/main" id="{A2194F92-5B13-1FCA-ED0D-5B5C9CEB77BB}"/>
              </a:ext>
            </a:extLst>
          </p:cNvPr>
          <p:cNvSpPr/>
          <p:nvPr/>
        </p:nvSpPr>
        <p:spPr>
          <a:xfrm>
            <a:off x="669999" y="1670867"/>
            <a:ext cx="304394" cy="688315"/>
          </a:xfrm>
          <a:prstGeom prst="downArrow">
            <a:avLst>
              <a:gd name="adj1" fmla="val 69470"/>
              <a:gd name="adj2" fmla="val 4883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>
              <a:lnSpc>
                <a:spcPts val="700"/>
              </a:lnSpc>
            </a:pPr>
            <a:r>
              <a:rPr lang="en-US" altLang="zh-CN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 Reading</a:t>
            </a:r>
            <a:endParaRPr lang="zh-CN" alt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D036A25-3159-F7FF-BDAD-54E5C32740C1}"/>
              </a:ext>
            </a:extLst>
          </p:cNvPr>
          <p:cNvSpPr/>
          <p:nvPr/>
        </p:nvSpPr>
        <p:spPr>
          <a:xfrm flipH="1">
            <a:off x="1786651" y="1368184"/>
            <a:ext cx="120311" cy="28832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1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9B530021-2AB5-8084-42CC-4720A03FA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38" y="762396"/>
            <a:ext cx="295675" cy="298581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DEA00B1C-13E2-A822-3E03-02E63E103491}"/>
              </a:ext>
            </a:extLst>
          </p:cNvPr>
          <p:cNvSpPr/>
          <p:nvPr/>
        </p:nvSpPr>
        <p:spPr>
          <a:xfrm>
            <a:off x="2788294" y="443291"/>
            <a:ext cx="1919768" cy="182069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Edit-time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97A2967-999E-822B-C6AB-C86F5BD20FF6}"/>
              </a:ext>
            </a:extLst>
          </p:cNvPr>
          <p:cNvSpPr/>
          <p:nvPr/>
        </p:nvSpPr>
        <p:spPr>
          <a:xfrm>
            <a:off x="5019101" y="443293"/>
            <a:ext cx="3246979" cy="182069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Play Mode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: Rounded Corners 169">
            <a:extLst>
              <a:ext uri="{FF2B5EF4-FFF2-40B4-BE49-F238E27FC236}">
                <a16:creationId xmlns:a16="http://schemas.microsoft.com/office/drawing/2014/main" id="{D038F863-32E4-EAE6-F113-614BCEAC0254}"/>
              </a:ext>
            </a:extLst>
          </p:cNvPr>
          <p:cNvSpPr/>
          <p:nvPr/>
        </p:nvSpPr>
        <p:spPr>
          <a:xfrm>
            <a:off x="4361464" y="1855011"/>
            <a:ext cx="1028533" cy="248250"/>
          </a:xfrm>
          <a:prstGeom prst="roundRect">
            <a:avLst>
              <a:gd name="adj" fmla="val 50000"/>
            </a:avLst>
          </a:prstGeom>
          <a:solidFill>
            <a:srgbClr val="F8C100"/>
          </a:solidFill>
          <a:ln w="25400" cap="rnd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 defTabSz="326532">
              <a:defRPr/>
            </a:pPr>
            <a:r>
              <a:rPr lang="en-US" altLang="zh-CN" sz="1200" b="1" kern="0" dirty="0">
                <a:solidFill>
                  <a:prstClr val="black"/>
                </a:solidFill>
                <a:latin typeface="Calibri"/>
                <a:cs typeface="Calibri"/>
              </a:rPr>
              <a:t>ID Manager</a:t>
            </a:r>
            <a:endParaRPr lang="en-HK" altLang="zh-CN" sz="1200" b="1" kern="0" dirty="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3DEBD1C6-D5C2-7CF4-18D7-4063460820E3}"/>
              </a:ext>
            </a:extLst>
          </p:cNvPr>
          <p:cNvSpPr/>
          <p:nvPr/>
        </p:nvSpPr>
        <p:spPr>
          <a:xfrm>
            <a:off x="2935679" y="870967"/>
            <a:ext cx="1463679" cy="1211819"/>
          </a:xfrm>
          <a:custGeom>
            <a:avLst/>
            <a:gdLst>
              <a:gd name="connsiteX0" fmla="*/ 574996 w 1742092"/>
              <a:gd name="connsiteY0" fmla="*/ 775 h 1732694"/>
              <a:gd name="connsiteX1" fmla="*/ 287129 w 1742092"/>
              <a:gd name="connsiteY1" fmla="*/ 119308 h 1732694"/>
              <a:gd name="connsiteX2" fmla="*/ 3496 w 1742092"/>
              <a:gd name="connsiteY2" fmla="*/ 551108 h 1732694"/>
              <a:gd name="connsiteX3" fmla="*/ 147429 w 1742092"/>
              <a:gd name="connsiteY3" fmla="*/ 961742 h 1732694"/>
              <a:gd name="connsiteX4" fmla="*/ 418363 w 1742092"/>
              <a:gd name="connsiteY4" fmla="*/ 1152242 h 1732694"/>
              <a:gd name="connsiteX5" fmla="*/ 431063 w 1742092"/>
              <a:gd name="connsiteY5" fmla="*/ 1512075 h 1732694"/>
              <a:gd name="connsiteX6" fmla="*/ 659663 w 1742092"/>
              <a:gd name="connsiteY6" fmla="*/ 1719508 h 1732694"/>
              <a:gd name="connsiteX7" fmla="*/ 1082996 w 1742092"/>
              <a:gd name="connsiteY7" fmla="*/ 1677175 h 1732694"/>
              <a:gd name="connsiteX8" fmla="*/ 1205763 w 1742092"/>
              <a:gd name="connsiteY8" fmla="*/ 1397775 h 1732694"/>
              <a:gd name="connsiteX9" fmla="*/ 1375096 w 1742092"/>
              <a:gd name="connsiteY9" fmla="*/ 1351208 h 1732694"/>
              <a:gd name="connsiteX10" fmla="*/ 1679896 w 1742092"/>
              <a:gd name="connsiteY10" fmla="*/ 1181875 h 1732694"/>
              <a:gd name="connsiteX11" fmla="*/ 1739163 w 1742092"/>
              <a:gd name="connsiteY11" fmla="*/ 788175 h 1732694"/>
              <a:gd name="connsiteX12" fmla="*/ 1629096 w 1742092"/>
              <a:gd name="connsiteY12" fmla="*/ 309808 h 1732694"/>
              <a:gd name="connsiteX13" fmla="*/ 1129563 w 1742092"/>
              <a:gd name="connsiteY13" fmla="*/ 81208 h 1732694"/>
              <a:gd name="connsiteX14" fmla="*/ 574996 w 1742092"/>
              <a:gd name="connsiteY14" fmla="*/ 775 h 1732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42092" h="1732694">
                <a:moveTo>
                  <a:pt x="574996" y="775"/>
                </a:moveTo>
                <a:cubicBezTo>
                  <a:pt x="434590" y="7125"/>
                  <a:pt x="382379" y="27586"/>
                  <a:pt x="287129" y="119308"/>
                </a:cubicBezTo>
                <a:cubicBezTo>
                  <a:pt x="191879" y="211030"/>
                  <a:pt x="26779" y="410702"/>
                  <a:pt x="3496" y="551108"/>
                </a:cubicBezTo>
                <a:cubicBezTo>
                  <a:pt x="-19787" y="691514"/>
                  <a:pt x="78285" y="861553"/>
                  <a:pt x="147429" y="961742"/>
                </a:cubicBezTo>
                <a:cubicBezTo>
                  <a:pt x="216573" y="1061931"/>
                  <a:pt x="371091" y="1060520"/>
                  <a:pt x="418363" y="1152242"/>
                </a:cubicBezTo>
                <a:cubicBezTo>
                  <a:pt x="465635" y="1243964"/>
                  <a:pt x="390846" y="1417531"/>
                  <a:pt x="431063" y="1512075"/>
                </a:cubicBezTo>
                <a:cubicBezTo>
                  <a:pt x="471280" y="1606619"/>
                  <a:pt x="551008" y="1691991"/>
                  <a:pt x="659663" y="1719508"/>
                </a:cubicBezTo>
                <a:cubicBezTo>
                  <a:pt x="768318" y="1747025"/>
                  <a:pt x="991979" y="1730797"/>
                  <a:pt x="1082996" y="1677175"/>
                </a:cubicBezTo>
                <a:cubicBezTo>
                  <a:pt x="1174013" y="1623553"/>
                  <a:pt x="1157080" y="1452103"/>
                  <a:pt x="1205763" y="1397775"/>
                </a:cubicBezTo>
                <a:cubicBezTo>
                  <a:pt x="1254446" y="1343447"/>
                  <a:pt x="1296074" y="1387191"/>
                  <a:pt x="1375096" y="1351208"/>
                </a:cubicBezTo>
                <a:cubicBezTo>
                  <a:pt x="1454118" y="1315225"/>
                  <a:pt x="1619218" y="1275714"/>
                  <a:pt x="1679896" y="1181875"/>
                </a:cubicBezTo>
                <a:cubicBezTo>
                  <a:pt x="1740574" y="1088036"/>
                  <a:pt x="1747630" y="933520"/>
                  <a:pt x="1739163" y="788175"/>
                </a:cubicBezTo>
                <a:cubicBezTo>
                  <a:pt x="1730696" y="642831"/>
                  <a:pt x="1730696" y="427636"/>
                  <a:pt x="1629096" y="309808"/>
                </a:cubicBezTo>
                <a:cubicBezTo>
                  <a:pt x="1527496" y="191980"/>
                  <a:pt x="1303835" y="134830"/>
                  <a:pt x="1129563" y="81208"/>
                </a:cubicBezTo>
                <a:cubicBezTo>
                  <a:pt x="955291" y="27586"/>
                  <a:pt x="715402" y="-5575"/>
                  <a:pt x="574996" y="775"/>
                </a:cubicBezTo>
                <a:close/>
              </a:path>
            </a:pathLst>
          </a:custGeom>
          <a:noFill/>
          <a:ln w="222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6943C4F-1076-8E6B-57B3-835A772A6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040" y="952030"/>
            <a:ext cx="534420" cy="534420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7FDE2E10-ECA0-14BE-F837-DCB5ED7E1827}"/>
              </a:ext>
            </a:extLst>
          </p:cNvPr>
          <p:cNvGrpSpPr/>
          <p:nvPr/>
        </p:nvGrpSpPr>
        <p:grpSpPr>
          <a:xfrm>
            <a:off x="3741711" y="1314623"/>
            <a:ext cx="436207" cy="438424"/>
            <a:chOff x="7079832" y="2188987"/>
            <a:chExt cx="667891" cy="707548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1D077F9-7167-9A24-B7EA-AF3D8B205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9832" y="2188987"/>
              <a:ext cx="609600" cy="609600"/>
            </a:xfrm>
            <a:prstGeom prst="rect">
              <a:avLst/>
            </a:prstGeom>
          </p:spPr>
        </p:pic>
        <p:pic>
          <p:nvPicPr>
            <p:cNvPr id="65" name="图片 64">
              <a:extLst>
                <a:ext uri="{FF2B5EF4-FFF2-40B4-BE49-F238E27FC236}">
                  <a16:creationId xmlns:a16="http://schemas.microsoft.com/office/drawing/2014/main" id="{FC40CA9C-738D-3876-ACF7-37968F1F6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3094" y="2571906"/>
              <a:ext cx="324629" cy="324629"/>
            </a:xfrm>
            <a:prstGeom prst="rect">
              <a:avLst/>
            </a:prstGeom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2AF27C-04D8-18A8-C6A0-2BDE396A62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534" y="1573648"/>
            <a:ext cx="410725" cy="410725"/>
          </a:xfrm>
          <a:prstGeom prst="rect">
            <a:avLst/>
          </a:prstGeom>
        </p:spPr>
      </p:pic>
      <p:grpSp>
        <p:nvGrpSpPr>
          <p:cNvPr id="66" name="组合 65">
            <a:extLst>
              <a:ext uri="{FF2B5EF4-FFF2-40B4-BE49-F238E27FC236}">
                <a16:creationId xmlns:a16="http://schemas.microsoft.com/office/drawing/2014/main" id="{ED690B95-F0B3-3A05-0A7E-EB4F6F648D4D}"/>
              </a:ext>
            </a:extLst>
          </p:cNvPr>
          <p:cNvGrpSpPr/>
          <p:nvPr/>
        </p:nvGrpSpPr>
        <p:grpSpPr>
          <a:xfrm>
            <a:off x="5997873" y="1210035"/>
            <a:ext cx="436207" cy="438424"/>
            <a:chOff x="7079832" y="2188987"/>
            <a:chExt cx="667891" cy="707548"/>
          </a:xfrm>
        </p:grpSpPr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8982EB95-3CAD-67F6-AFA4-E731A4989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9832" y="2188987"/>
              <a:ext cx="609600" cy="609600"/>
            </a:xfrm>
            <a:prstGeom prst="rect">
              <a:avLst/>
            </a:prstGeom>
          </p:spPr>
        </p:pic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FF1C1642-4E8F-32EC-4797-ACAF1EA32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3094" y="2571906"/>
              <a:ext cx="324629" cy="324629"/>
            </a:xfrm>
            <a:prstGeom prst="rect">
              <a:avLst/>
            </a:prstGeom>
          </p:spPr>
        </p:pic>
      </p:grpSp>
      <p:pic>
        <p:nvPicPr>
          <p:cNvPr id="71" name="图片 70">
            <a:extLst>
              <a:ext uri="{FF2B5EF4-FFF2-40B4-BE49-F238E27FC236}">
                <a16:creationId xmlns:a16="http://schemas.microsoft.com/office/drawing/2014/main" id="{75814343-3FEA-98EB-5D60-507E1DAD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696" y="1469060"/>
            <a:ext cx="410725" cy="410725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7D7F5582-6FDC-C76C-AD0D-C95F590497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622" y="888221"/>
            <a:ext cx="590507" cy="590507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BF0270D4-8BFF-562E-1B68-4AA201A8E8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140" y="466002"/>
            <a:ext cx="334416" cy="334416"/>
          </a:xfrm>
          <a:prstGeom prst="rect">
            <a:avLst/>
          </a:prstGeom>
        </p:spPr>
      </p:pic>
      <p:sp>
        <p:nvSpPr>
          <p:cNvPr id="76" name="箭头: 直角上 75">
            <a:extLst>
              <a:ext uri="{FF2B5EF4-FFF2-40B4-BE49-F238E27FC236}">
                <a16:creationId xmlns:a16="http://schemas.microsoft.com/office/drawing/2014/main" id="{0217B508-E6D5-8C57-61F7-D3124C0A6657}"/>
              </a:ext>
            </a:extLst>
          </p:cNvPr>
          <p:cNvSpPr/>
          <p:nvPr/>
        </p:nvSpPr>
        <p:spPr>
          <a:xfrm>
            <a:off x="1949574" y="2133227"/>
            <a:ext cx="2848892" cy="410936"/>
          </a:xfrm>
          <a:prstGeom prst="bentUpArrow">
            <a:avLst>
              <a:gd name="adj1" fmla="val 26040"/>
              <a:gd name="adj2" fmla="val 30918"/>
              <a:gd name="adj3" fmla="val 36773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 Registration</a:t>
            </a:r>
          </a:p>
        </p:txBody>
      </p:sp>
      <p:sp>
        <p:nvSpPr>
          <p:cNvPr id="94" name="箭头: 直角上 93">
            <a:extLst>
              <a:ext uri="{FF2B5EF4-FFF2-40B4-BE49-F238E27FC236}">
                <a16:creationId xmlns:a16="http://schemas.microsoft.com/office/drawing/2014/main" id="{A8730221-4AE0-E9CB-D53F-C3D00E1285F9}"/>
              </a:ext>
            </a:extLst>
          </p:cNvPr>
          <p:cNvSpPr/>
          <p:nvPr/>
        </p:nvSpPr>
        <p:spPr>
          <a:xfrm>
            <a:off x="1949574" y="1990511"/>
            <a:ext cx="5873062" cy="699978"/>
          </a:xfrm>
          <a:prstGeom prst="bentUpArrow">
            <a:avLst>
              <a:gd name="adj1" fmla="val 15820"/>
              <a:gd name="adj2" fmla="val 21337"/>
              <a:gd name="adj3" fmla="val 32089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Loading</a:t>
            </a:r>
          </a:p>
        </p:txBody>
      </p:sp>
      <p:sp>
        <p:nvSpPr>
          <p:cNvPr id="54" name="Rectangle: Rounded Corners 169">
            <a:extLst>
              <a:ext uri="{FF2B5EF4-FFF2-40B4-BE49-F238E27FC236}">
                <a16:creationId xmlns:a16="http://schemas.microsoft.com/office/drawing/2014/main" id="{D0CEB689-82E6-11FA-A91B-8616E6F0A367}"/>
              </a:ext>
            </a:extLst>
          </p:cNvPr>
          <p:cNvSpPr/>
          <p:nvPr/>
        </p:nvSpPr>
        <p:spPr>
          <a:xfrm>
            <a:off x="2291971" y="2325074"/>
            <a:ext cx="976854" cy="427096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25400" cap="rnd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 defTabSz="326532">
              <a:lnSpc>
                <a:spcPts val="1300"/>
              </a:lnSpc>
              <a:defRPr/>
            </a:pPr>
            <a:r>
              <a:rPr lang="en-US" altLang="zh-CN" sz="1400" b="1" kern="0" dirty="0">
                <a:solidFill>
                  <a:prstClr val="black"/>
                </a:solidFill>
                <a:latin typeface="Calibri"/>
                <a:cs typeface="Calibri"/>
              </a:rPr>
              <a:t>Action Manager</a:t>
            </a:r>
            <a:endParaRPr lang="en-HK" altLang="zh-CN" sz="1400" b="1" kern="0" dirty="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EDC1A39C-CB15-72C6-D943-AF5985FFF787}"/>
              </a:ext>
            </a:extLst>
          </p:cNvPr>
          <p:cNvGrpSpPr/>
          <p:nvPr/>
        </p:nvGrpSpPr>
        <p:grpSpPr>
          <a:xfrm>
            <a:off x="4828615" y="1998394"/>
            <a:ext cx="2697761" cy="545128"/>
            <a:chOff x="4351210" y="4175737"/>
            <a:chExt cx="4025020" cy="583570"/>
          </a:xfrm>
        </p:grpSpPr>
        <p:sp>
          <p:nvSpPr>
            <p:cNvPr id="98" name="箭头: 直角上 97">
              <a:extLst>
                <a:ext uri="{FF2B5EF4-FFF2-40B4-BE49-F238E27FC236}">
                  <a16:creationId xmlns:a16="http://schemas.microsoft.com/office/drawing/2014/main" id="{9E9C844B-51AE-BEA6-CEA3-6CCF5B661B3D}"/>
                </a:ext>
              </a:extLst>
            </p:cNvPr>
            <p:cNvSpPr/>
            <p:nvPr/>
          </p:nvSpPr>
          <p:spPr>
            <a:xfrm>
              <a:off x="5172720" y="4175737"/>
              <a:ext cx="3203510" cy="583570"/>
            </a:xfrm>
            <a:prstGeom prst="bentUpArrow">
              <a:avLst>
                <a:gd name="adj1" fmla="val 18326"/>
                <a:gd name="adj2" fmla="val 23204"/>
                <a:gd name="adj3" fmla="val 40079"/>
              </a:avLst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箭头: 直角上 95">
              <a:extLst>
                <a:ext uri="{FF2B5EF4-FFF2-40B4-BE49-F238E27FC236}">
                  <a16:creationId xmlns:a16="http://schemas.microsoft.com/office/drawing/2014/main" id="{F20D45E9-B91E-EE9B-21A4-E4FD93863155}"/>
                </a:ext>
              </a:extLst>
            </p:cNvPr>
            <p:cNvSpPr/>
            <p:nvPr/>
          </p:nvSpPr>
          <p:spPr>
            <a:xfrm flipH="1">
              <a:off x="4351210" y="4348371"/>
              <a:ext cx="3608660" cy="410936"/>
            </a:xfrm>
            <a:prstGeom prst="bentUpArrow">
              <a:avLst>
                <a:gd name="adj1" fmla="val 26040"/>
                <a:gd name="adj2" fmla="val 30918"/>
                <a:gd name="adj3" fmla="val 36773"/>
              </a:avLst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 Searching</a:t>
              </a:r>
              <a:endPara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35" name="矩形: 圆角 334">
            <a:extLst>
              <a:ext uri="{FF2B5EF4-FFF2-40B4-BE49-F238E27FC236}">
                <a16:creationId xmlns:a16="http://schemas.microsoft.com/office/drawing/2014/main" id="{64D78AB8-E969-346C-404D-43E88F7CCAA2}"/>
              </a:ext>
            </a:extLst>
          </p:cNvPr>
          <p:cNvSpPr/>
          <p:nvPr/>
        </p:nvSpPr>
        <p:spPr>
          <a:xfrm flipH="1">
            <a:off x="764458" y="2381642"/>
            <a:ext cx="130009" cy="33466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6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6" name="矩形: 圆角 335">
            <a:extLst>
              <a:ext uri="{FF2B5EF4-FFF2-40B4-BE49-F238E27FC236}">
                <a16:creationId xmlns:a16="http://schemas.microsoft.com/office/drawing/2014/main" id="{29BAEFD8-FEEC-D487-2779-BDE3562A363A}"/>
              </a:ext>
            </a:extLst>
          </p:cNvPr>
          <p:cNvSpPr/>
          <p:nvPr/>
        </p:nvSpPr>
        <p:spPr>
          <a:xfrm flipH="1">
            <a:off x="919667" y="2381642"/>
            <a:ext cx="130009" cy="33466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6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7" name="矩形: 圆角 336">
            <a:extLst>
              <a:ext uri="{FF2B5EF4-FFF2-40B4-BE49-F238E27FC236}">
                <a16:creationId xmlns:a16="http://schemas.microsoft.com/office/drawing/2014/main" id="{2D7DDAB6-CE9A-4F55-F4D7-31751770C1C5}"/>
              </a:ext>
            </a:extLst>
          </p:cNvPr>
          <p:cNvSpPr/>
          <p:nvPr/>
        </p:nvSpPr>
        <p:spPr>
          <a:xfrm flipH="1">
            <a:off x="1074876" y="2381642"/>
            <a:ext cx="130009" cy="33466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6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8" name="矩形: 圆角 337">
            <a:extLst>
              <a:ext uri="{FF2B5EF4-FFF2-40B4-BE49-F238E27FC236}">
                <a16:creationId xmlns:a16="http://schemas.microsoft.com/office/drawing/2014/main" id="{08992EB4-E871-C1CC-E152-23468D77E172}"/>
              </a:ext>
            </a:extLst>
          </p:cNvPr>
          <p:cNvSpPr/>
          <p:nvPr/>
        </p:nvSpPr>
        <p:spPr>
          <a:xfrm flipH="1">
            <a:off x="1230085" y="2381642"/>
            <a:ext cx="130009" cy="33466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6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9" name="矩形: 圆角 338">
            <a:extLst>
              <a:ext uri="{FF2B5EF4-FFF2-40B4-BE49-F238E27FC236}">
                <a16:creationId xmlns:a16="http://schemas.microsoft.com/office/drawing/2014/main" id="{6415B3D0-8AE5-D53E-67B5-1224B84A9337}"/>
              </a:ext>
            </a:extLst>
          </p:cNvPr>
          <p:cNvSpPr/>
          <p:nvPr/>
        </p:nvSpPr>
        <p:spPr>
          <a:xfrm flipH="1">
            <a:off x="1385295" y="2381642"/>
            <a:ext cx="130009" cy="33466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6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0" name="矩形: 圆角 339">
            <a:extLst>
              <a:ext uri="{FF2B5EF4-FFF2-40B4-BE49-F238E27FC236}">
                <a16:creationId xmlns:a16="http://schemas.microsoft.com/office/drawing/2014/main" id="{CC1AE87D-08F1-A7D6-CF56-08FD450D3FC7}"/>
              </a:ext>
            </a:extLst>
          </p:cNvPr>
          <p:cNvSpPr/>
          <p:nvPr/>
        </p:nvSpPr>
        <p:spPr>
          <a:xfrm flipH="1">
            <a:off x="1540504" y="2381642"/>
            <a:ext cx="130009" cy="33466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6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1" name="矩形: 圆角 340">
            <a:extLst>
              <a:ext uri="{FF2B5EF4-FFF2-40B4-BE49-F238E27FC236}">
                <a16:creationId xmlns:a16="http://schemas.microsoft.com/office/drawing/2014/main" id="{35251B52-10D2-AE39-04BE-A3E87BA65969}"/>
              </a:ext>
            </a:extLst>
          </p:cNvPr>
          <p:cNvSpPr/>
          <p:nvPr/>
        </p:nvSpPr>
        <p:spPr>
          <a:xfrm flipH="1">
            <a:off x="1695713" y="2381642"/>
            <a:ext cx="130009" cy="33466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6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2" name="矩形: 圆角 341">
            <a:extLst>
              <a:ext uri="{FF2B5EF4-FFF2-40B4-BE49-F238E27FC236}">
                <a16:creationId xmlns:a16="http://schemas.microsoft.com/office/drawing/2014/main" id="{735C336D-09E7-253F-8C97-1EB321498CAC}"/>
              </a:ext>
            </a:extLst>
          </p:cNvPr>
          <p:cNvSpPr/>
          <p:nvPr/>
        </p:nvSpPr>
        <p:spPr>
          <a:xfrm flipH="1">
            <a:off x="1850922" y="2381642"/>
            <a:ext cx="130009" cy="33466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6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3" name="箭头: 左右 342">
            <a:extLst>
              <a:ext uri="{FF2B5EF4-FFF2-40B4-BE49-F238E27FC236}">
                <a16:creationId xmlns:a16="http://schemas.microsoft.com/office/drawing/2014/main" id="{A597CA6D-F60C-E3B6-CEE3-A15C51D544A2}"/>
              </a:ext>
            </a:extLst>
          </p:cNvPr>
          <p:cNvSpPr/>
          <p:nvPr/>
        </p:nvSpPr>
        <p:spPr>
          <a:xfrm>
            <a:off x="6222058" y="822172"/>
            <a:ext cx="1124986" cy="316995"/>
          </a:xfrm>
          <a:prstGeom prst="leftRightArrow">
            <a:avLst>
              <a:gd name="adj1" fmla="val 39317"/>
              <a:gd name="adj2" fmla="val 50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Interacting</a:t>
            </a:r>
            <a:endParaRPr lang="zh-CN" alt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0" name="任意多边形: 形状 349">
            <a:extLst>
              <a:ext uri="{FF2B5EF4-FFF2-40B4-BE49-F238E27FC236}">
                <a16:creationId xmlns:a16="http://schemas.microsoft.com/office/drawing/2014/main" id="{5A599BBB-195A-C9A8-6A71-9CAAD5691C88}"/>
              </a:ext>
            </a:extLst>
          </p:cNvPr>
          <p:cNvSpPr/>
          <p:nvPr/>
        </p:nvSpPr>
        <p:spPr>
          <a:xfrm>
            <a:off x="5056765" y="847010"/>
            <a:ext cx="1535009" cy="1231414"/>
          </a:xfrm>
          <a:custGeom>
            <a:avLst/>
            <a:gdLst>
              <a:gd name="connsiteX0" fmla="*/ 887283 w 1535009"/>
              <a:gd name="connsiteY0" fmla="*/ 121083 h 1231414"/>
              <a:gd name="connsiteX1" fmla="*/ 463950 w 1535009"/>
              <a:gd name="connsiteY1" fmla="*/ 2550 h 1231414"/>
              <a:gd name="connsiteX2" fmla="*/ 27916 w 1535009"/>
              <a:gd name="connsiteY2" fmla="*/ 235383 h 1231414"/>
              <a:gd name="connsiteX3" fmla="*/ 74483 w 1535009"/>
              <a:gd name="connsiteY3" fmla="*/ 675650 h 1231414"/>
              <a:gd name="connsiteX4" fmla="*/ 324250 w 1535009"/>
              <a:gd name="connsiteY4" fmla="*/ 878850 h 1231414"/>
              <a:gd name="connsiteX5" fmla="*/ 468183 w 1535009"/>
              <a:gd name="connsiteY5" fmla="*/ 1179417 h 1231414"/>
              <a:gd name="connsiteX6" fmla="*/ 633283 w 1535009"/>
              <a:gd name="connsiteY6" fmla="*/ 1230217 h 1231414"/>
              <a:gd name="connsiteX7" fmla="*/ 938083 w 1535009"/>
              <a:gd name="connsiteY7" fmla="*/ 1166717 h 1231414"/>
              <a:gd name="connsiteX8" fmla="*/ 1120116 w 1535009"/>
              <a:gd name="connsiteY8" fmla="*/ 971983 h 1231414"/>
              <a:gd name="connsiteX9" fmla="*/ 1391050 w 1535009"/>
              <a:gd name="connsiteY9" fmla="*/ 874617 h 1231414"/>
              <a:gd name="connsiteX10" fmla="*/ 1534983 w 1535009"/>
              <a:gd name="connsiteY10" fmla="*/ 641783 h 1231414"/>
              <a:gd name="connsiteX11" fmla="*/ 1399516 w 1535009"/>
              <a:gd name="connsiteY11" fmla="*/ 328517 h 1231414"/>
              <a:gd name="connsiteX12" fmla="*/ 1043916 w 1535009"/>
              <a:gd name="connsiteY12" fmla="*/ 273483 h 1231414"/>
              <a:gd name="connsiteX13" fmla="*/ 887283 w 1535009"/>
              <a:gd name="connsiteY13" fmla="*/ 121083 h 1231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35009" h="1231414">
                <a:moveTo>
                  <a:pt x="887283" y="121083"/>
                </a:moveTo>
                <a:cubicBezTo>
                  <a:pt x="790622" y="75927"/>
                  <a:pt x="607178" y="-16500"/>
                  <a:pt x="463950" y="2550"/>
                </a:cubicBezTo>
                <a:cubicBezTo>
                  <a:pt x="320722" y="21600"/>
                  <a:pt x="92827" y="123200"/>
                  <a:pt x="27916" y="235383"/>
                </a:cubicBezTo>
                <a:cubicBezTo>
                  <a:pt x="-36995" y="347566"/>
                  <a:pt x="25094" y="568406"/>
                  <a:pt x="74483" y="675650"/>
                </a:cubicBezTo>
                <a:cubicBezTo>
                  <a:pt x="123872" y="782894"/>
                  <a:pt x="258633" y="794889"/>
                  <a:pt x="324250" y="878850"/>
                </a:cubicBezTo>
                <a:cubicBezTo>
                  <a:pt x="389867" y="962811"/>
                  <a:pt x="416677" y="1120856"/>
                  <a:pt x="468183" y="1179417"/>
                </a:cubicBezTo>
                <a:cubicBezTo>
                  <a:pt x="519688" y="1237978"/>
                  <a:pt x="554966" y="1232334"/>
                  <a:pt x="633283" y="1230217"/>
                </a:cubicBezTo>
                <a:cubicBezTo>
                  <a:pt x="711600" y="1228100"/>
                  <a:pt x="856944" y="1209756"/>
                  <a:pt x="938083" y="1166717"/>
                </a:cubicBezTo>
                <a:cubicBezTo>
                  <a:pt x="1019222" y="1123678"/>
                  <a:pt x="1044622" y="1020666"/>
                  <a:pt x="1120116" y="971983"/>
                </a:cubicBezTo>
                <a:cubicBezTo>
                  <a:pt x="1195610" y="923300"/>
                  <a:pt x="1321906" y="929650"/>
                  <a:pt x="1391050" y="874617"/>
                </a:cubicBezTo>
                <a:cubicBezTo>
                  <a:pt x="1460194" y="819584"/>
                  <a:pt x="1533572" y="732800"/>
                  <a:pt x="1534983" y="641783"/>
                </a:cubicBezTo>
                <a:cubicBezTo>
                  <a:pt x="1536394" y="550766"/>
                  <a:pt x="1481360" y="389900"/>
                  <a:pt x="1399516" y="328517"/>
                </a:cubicBezTo>
                <a:cubicBezTo>
                  <a:pt x="1317672" y="267134"/>
                  <a:pt x="1134227" y="310172"/>
                  <a:pt x="1043916" y="273483"/>
                </a:cubicBezTo>
                <a:cubicBezTo>
                  <a:pt x="953605" y="236794"/>
                  <a:pt x="983944" y="166239"/>
                  <a:pt x="887283" y="121083"/>
                </a:cubicBezTo>
                <a:close/>
              </a:path>
            </a:pathLst>
          </a:custGeom>
          <a:noFill/>
          <a:ln w="222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箭头: 右 72">
            <a:extLst>
              <a:ext uri="{FF2B5EF4-FFF2-40B4-BE49-F238E27FC236}">
                <a16:creationId xmlns:a16="http://schemas.microsoft.com/office/drawing/2014/main" id="{9482F806-7AFC-4F15-C882-2447E6B776B4}"/>
              </a:ext>
            </a:extLst>
          </p:cNvPr>
          <p:cNvSpPr/>
          <p:nvPr/>
        </p:nvSpPr>
        <p:spPr>
          <a:xfrm>
            <a:off x="3588484" y="988732"/>
            <a:ext cx="1703392" cy="377731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Prefab Instantiation</a:t>
            </a:r>
          </a:p>
        </p:txBody>
      </p:sp>
      <p:sp>
        <p:nvSpPr>
          <p:cNvPr id="12" name="箭头: 左右 11">
            <a:extLst>
              <a:ext uri="{FF2B5EF4-FFF2-40B4-BE49-F238E27FC236}">
                <a16:creationId xmlns:a16="http://schemas.microsoft.com/office/drawing/2014/main" id="{420ED5D7-62B6-0398-ED9A-BFB26EC1462A}"/>
              </a:ext>
            </a:extLst>
          </p:cNvPr>
          <p:cNvSpPr/>
          <p:nvPr/>
        </p:nvSpPr>
        <p:spPr>
          <a:xfrm>
            <a:off x="4390555" y="1531728"/>
            <a:ext cx="1044472" cy="316995"/>
          </a:xfrm>
          <a:prstGeom prst="left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Bridging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2" name="矩形: 圆角 351">
            <a:extLst>
              <a:ext uri="{FF2B5EF4-FFF2-40B4-BE49-F238E27FC236}">
                <a16:creationId xmlns:a16="http://schemas.microsoft.com/office/drawing/2014/main" id="{A9E32536-C2DA-9968-3FF3-00B825ADC9B2}"/>
              </a:ext>
            </a:extLst>
          </p:cNvPr>
          <p:cNvSpPr/>
          <p:nvPr/>
        </p:nvSpPr>
        <p:spPr>
          <a:xfrm rot="5400000" flipH="1">
            <a:off x="5699111" y="1246111"/>
            <a:ext cx="104584" cy="24919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6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7" name="箭头: 下 356">
            <a:extLst>
              <a:ext uri="{FF2B5EF4-FFF2-40B4-BE49-F238E27FC236}">
                <a16:creationId xmlns:a16="http://schemas.microsoft.com/office/drawing/2014/main" id="{CB407AC2-D760-65F8-72D4-387459777C30}"/>
              </a:ext>
            </a:extLst>
          </p:cNvPr>
          <p:cNvSpPr/>
          <p:nvPr/>
        </p:nvSpPr>
        <p:spPr>
          <a:xfrm rot="5400000">
            <a:off x="6543686" y="1263691"/>
            <a:ext cx="275898" cy="1183451"/>
          </a:xfrm>
          <a:prstGeom prst="downArrow">
            <a:avLst>
              <a:gd name="adj1" fmla="val 38782"/>
              <a:gd name="adj2" fmla="val 48837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vert270" wrap="none" lIns="0" tIns="0" rIns="0" bIns="0" rtlCol="0" anchor="ctr"/>
          <a:lstStyle/>
          <a:p>
            <a:pPr algn="ctr">
              <a:lnSpc>
                <a:spcPts val="700"/>
              </a:lnSpc>
            </a:pPr>
            <a:r>
              <a:rPr lang="en-US" altLang="zh-CN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Binding</a:t>
            </a:r>
            <a:endParaRPr lang="zh-CN" alt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0" name="箭头: 右 359">
            <a:extLst>
              <a:ext uri="{FF2B5EF4-FFF2-40B4-BE49-F238E27FC236}">
                <a16:creationId xmlns:a16="http://schemas.microsoft.com/office/drawing/2014/main" id="{35B17428-17FD-AE32-255B-AD229BC71DD3}"/>
              </a:ext>
            </a:extLst>
          </p:cNvPr>
          <p:cNvSpPr/>
          <p:nvPr/>
        </p:nvSpPr>
        <p:spPr>
          <a:xfrm>
            <a:off x="6604649" y="1287937"/>
            <a:ext cx="827465" cy="253926"/>
          </a:xfrm>
          <a:prstGeom prst="rightArrow">
            <a:avLst>
              <a:gd name="adj1" fmla="val 58373"/>
              <a:gd name="adj2" fmla="val 615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700"/>
              </a:lnSpc>
            </a:pPr>
            <a:r>
              <a:rPr lang="en-US" altLang="zh-CN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Execution</a:t>
            </a:r>
            <a:endParaRPr lang="zh-CN" alt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4" name="Rectangle: Rounded Corners 169">
            <a:extLst>
              <a:ext uri="{FF2B5EF4-FFF2-40B4-BE49-F238E27FC236}">
                <a16:creationId xmlns:a16="http://schemas.microsoft.com/office/drawing/2014/main" id="{5D0D006F-32BB-F91D-0071-C8A46AD3EDE1}"/>
              </a:ext>
            </a:extLst>
          </p:cNvPr>
          <p:cNvSpPr/>
          <p:nvPr/>
        </p:nvSpPr>
        <p:spPr>
          <a:xfrm>
            <a:off x="7145733" y="1666761"/>
            <a:ext cx="987941" cy="340181"/>
          </a:xfrm>
          <a:prstGeom prst="roundRect">
            <a:avLst>
              <a:gd name="adj" fmla="val 50000"/>
            </a:avLst>
          </a:prstGeom>
          <a:solidFill>
            <a:srgbClr val="69AB3C"/>
          </a:solidFill>
          <a:ln w="22225" cap="rnd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 defTabSz="326532">
              <a:lnSpc>
                <a:spcPts val="1000"/>
              </a:lnSpc>
              <a:defRPr/>
            </a:pPr>
            <a:r>
              <a:rPr lang="en-US" altLang="zh-CN" sz="1400" b="1" kern="0" dirty="0">
                <a:solidFill>
                  <a:prstClr val="black"/>
                </a:solidFill>
                <a:latin typeface="Calibri"/>
                <a:cs typeface="Calibri"/>
              </a:rPr>
              <a:t>Action Executor</a:t>
            </a:r>
            <a:endParaRPr lang="en-HK" altLang="zh-CN" sz="1400" b="1" kern="0" dirty="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D6F625CC-4547-C1FB-04CD-89A7AD8DDB22}"/>
              </a:ext>
            </a:extLst>
          </p:cNvPr>
          <p:cNvGrpSpPr/>
          <p:nvPr/>
        </p:nvGrpSpPr>
        <p:grpSpPr>
          <a:xfrm>
            <a:off x="7406132" y="795376"/>
            <a:ext cx="599688" cy="633921"/>
            <a:chOff x="7088031" y="6351077"/>
            <a:chExt cx="599688" cy="633921"/>
          </a:xfrm>
        </p:grpSpPr>
        <p:sp>
          <p:nvSpPr>
            <p:cNvPr id="346" name="Rectangle: Rounded Corners 169">
              <a:extLst>
                <a:ext uri="{FF2B5EF4-FFF2-40B4-BE49-F238E27FC236}">
                  <a16:creationId xmlns:a16="http://schemas.microsoft.com/office/drawing/2014/main" id="{2336CC30-12A6-C645-54AA-E156CEBE9FFA}"/>
                </a:ext>
              </a:extLst>
            </p:cNvPr>
            <p:cNvSpPr/>
            <p:nvPr/>
          </p:nvSpPr>
          <p:spPr>
            <a:xfrm>
              <a:off x="7088031" y="6351077"/>
              <a:ext cx="599688" cy="633921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25400" cap="rnd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b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zh-CN" altLang="zh-CN" sz="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3" name="图片 102">
              <a:extLst>
                <a:ext uri="{FF2B5EF4-FFF2-40B4-BE49-F238E27FC236}">
                  <a16:creationId xmlns:a16="http://schemas.microsoft.com/office/drawing/2014/main" id="{5242A32B-C646-75C8-C114-E3CAA57C8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0842" y="6384795"/>
              <a:ext cx="396565" cy="396565"/>
            </a:xfrm>
            <a:prstGeom prst="rect">
              <a:avLst/>
            </a:prstGeom>
          </p:spPr>
        </p:pic>
      </p:grpSp>
      <p:sp>
        <p:nvSpPr>
          <p:cNvPr id="361" name="矩形: 圆角 360">
            <a:extLst>
              <a:ext uri="{FF2B5EF4-FFF2-40B4-BE49-F238E27FC236}">
                <a16:creationId xmlns:a16="http://schemas.microsoft.com/office/drawing/2014/main" id="{F25814C5-EA90-0AAE-2545-E691A72ECAF6}"/>
              </a:ext>
            </a:extLst>
          </p:cNvPr>
          <p:cNvSpPr/>
          <p:nvPr/>
        </p:nvSpPr>
        <p:spPr>
          <a:xfrm rot="5400000" flipH="1">
            <a:off x="5928666" y="1668177"/>
            <a:ext cx="104584" cy="24919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6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2" name="矩形: 圆角 361">
            <a:extLst>
              <a:ext uri="{FF2B5EF4-FFF2-40B4-BE49-F238E27FC236}">
                <a16:creationId xmlns:a16="http://schemas.microsoft.com/office/drawing/2014/main" id="{0E40DBC9-985E-8A8F-0A26-1DD51C7379D1}"/>
              </a:ext>
            </a:extLst>
          </p:cNvPr>
          <p:cNvSpPr/>
          <p:nvPr/>
        </p:nvSpPr>
        <p:spPr>
          <a:xfrm rot="5400000" flipH="1">
            <a:off x="6349989" y="1288205"/>
            <a:ext cx="104584" cy="24919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6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64" name="图片 363">
            <a:extLst>
              <a:ext uri="{FF2B5EF4-FFF2-40B4-BE49-F238E27FC236}">
                <a16:creationId xmlns:a16="http://schemas.microsoft.com/office/drawing/2014/main" id="{67226387-8D4F-B377-3E34-2E82CE5E3B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4548" y="474846"/>
            <a:ext cx="334416" cy="33441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7061D0E-C046-2856-0BBC-B93FE53C3076}"/>
              </a:ext>
            </a:extLst>
          </p:cNvPr>
          <p:cNvSpPr/>
          <p:nvPr/>
        </p:nvSpPr>
        <p:spPr>
          <a:xfrm>
            <a:off x="5929392" y="165404"/>
            <a:ext cx="272329" cy="177901"/>
          </a:xfrm>
          <a:prstGeom prst="roundRect">
            <a:avLst>
              <a:gd name="adj" fmla="val 0"/>
            </a:avLst>
          </a:prstGeom>
          <a:solidFill>
            <a:srgbClr val="F8C1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8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15DB43F-8460-FE2C-B74A-6CE366AD2ACE}"/>
              </a:ext>
            </a:extLst>
          </p:cNvPr>
          <p:cNvSpPr txBox="1"/>
          <p:nvPr/>
        </p:nvSpPr>
        <p:spPr>
          <a:xfrm>
            <a:off x="6134129" y="90986"/>
            <a:ext cx="1269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LLM-generated Test Plan Transformation</a:t>
            </a:r>
            <a:endParaRPr lang="en-US" altLang="zh-CN" sz="800" dirty="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475841D-4225-D893-EE54-81EFFD27CC57}"/>
              </a:ext>
            </a:extLst>
          </p:cNvPr>
          <p:cNvSpPr/>
          <p:nvPr/>
        </p:nvSpPr>
        <p:spPr>
          <a:xfrm>
            <a:off x="7200548" y="179717"/>
            <a:ext cx="272329" cy="177901"/>
          </a:xfrm>
          <a:prstGeom prst="roundRect">
            <a:avLst>
              <a:gd name="adj" fmla="val 0"/>
            </a:avLst>
          </a:prstGeom>
          <a:solidFill>
            <a:srgbClr val="69AB3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8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44EC390-109D-F7DD-2A87-05EDB85F6971}"/>
              </a:ext>
            </a:extLst>
          </p:cNvPr>
          <p:cNvSpPr txBox="1"/>
          <p:nvPr/>
        </p:nvSpPr>
        <p:spPr>
          <a:xfrm>
            <a:off x="7406132" y="116204"/>
            <a:ext cx="913960" cy="324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altLang="zh-CN" sz="900" dirty="0"/>
              <a:t>VRAgent: Test Plan Execution</a:t>
            </a:r>
          </a:p>
        </p:txBody>
      </p:sp>
    </p:spTree>
    <p:extLst>
      <p:ext uri="{BB962C8B-B14F-4D97-AF65-F5344CB8AC3E}">
        <p14:creationId xmlns:p14="http://schemas.microsoft.com/office/powerpoint/2010/main" val="988408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30E3D-C8C9-281C-EF4C-C2BCF839B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 92">
            <a:extLst>
              <a:ext uri="{FF2B5EF4-FFF2-40B4-BE49-F238E27FC236}">
                <a16:creationId xmlns:a16="http://schemas.microsoft.com/office/drawing/2014/main" id="{EC203734-891B-9E45-BBCD-36A6F1F5E1E5}"/>
              </a:ext>
            </a:extLst>
          </p:cNvPr>
          <p:cNvSpPr/>
          <p:nvPr/>
        </p:nvSpPr>
        <p:spPr>
          <a:xfrm>
            <a:off x="237066" y="116204"/>
            <a:ext cx="8083025" cy="2755267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VRAgent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D512D6-9DA7-2AE0-47ED-1B7D5B6E2DD8}"/>
              </a:ext>
            </a:extLst>
          </p:cNvPr>
          <p:cNvSpPr/>
          <p:nvPr/>
        </p:nvSpPr>
        <p:spPr>
          <a:xfrm>
            <a:off x="328765" y="2323417"/>
            <a:ext cx="1694645" cy="469395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vert270" lIns="36000" tIns="0" bIns="0" rtlCol="0" anchor="t"/>
          <a:lstStyle/>
          <a:p>
            <a:pPr algn="ctr">
              <a:lnSpc>
                <a:spcPts val="900"/>
              </a:lnSpc>
            </a:pPr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Adapted Action</a:t>
            </a:r>
            <a:b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Units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BA951EF-58F0-11D7-B712-843DC2A15DB4}"/>
              </a:ext>
            </a:extLst>
          </p:cNvPr>
          <p:cNvSpPr/>
          <p:nvPr/>
        </p:nvSpPr>
        <p:spPr>
          <a:xfrm>
            <a:off x="324269" y="429560"/>
            <a:ext cx="2370720" cy="1560953"/>
          </a:xfrm>
          <a:prstGeom prst="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Disk Storage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46F8AC7-BDBE-53CF-AF25-7BEC28744A31}"/>
              </a:ext>
            </a:extLst>
          </p:cNvPr>
          <p:cNvSpPr/>
          <p:nvPr/>
        </p:nvSpPr>
        <p:spPr>
          <a:xfrm>
            <a:off x="398093" y="729208"/>
            <a:ext cx="2227185" cy="1131327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6">
                <a:lumMod val="75000"/>
              </a:schemeClr>
            </a:solidFill>
          </a:ln>
          <a:effectLst/>
        </p:spPr>
        <p:txBody>
          <a:bodyPr vert="horz" rtlCol="0" anchor="t"/>
          <a:lstStyle/>
          <a:p>
            <a:pPr algn="ctr" defTabSz="914400">
              <a:defRPr/>
            </a:pPr>
            <a:r>
              <a:rPr lang="en-US" altLang="zh-CN" sz="1600" kern="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Test Plan</a:t>
            </a:r>
            <a:endParaRPr lang="zh-CN" altLang="en-US" sz="1600" kern="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FFE6AD6-3CD6-4CD8-85A8-29B8870F3826}"/>
              </a:ext>
            </a:extLst>
          </p:cNvPr>
          <p:cNvSpPr/>
          <p:nvPr/>
        </p:nvSpPr>
        <p:spPr>
          <a:xfrm>
            <a:off x="461576" y="1075923"/>
            <a:ext cx="1563037" cy="664870"/>
          </a:xfrm>
          <a:prstGeom prst="roundRect">
            <a:avLst>
              <a:gd name="adj" fmla="val 12000"/>
            </a:avLst>
          </a:prstGeom>
          <a:solidFill>
            <a:srgbClr val="39C1A1">
              <a:alpha val="46000"/>
            </a:srgbClr>
          </a:solidFill>
          <a:ln w="15875">
            <a:solidFill>
              <a:srgbClr val="30A287"/>
            </a:solidFill>
          </a:ln>
          <a:effectLst/>
        </p:spPr>
        <p:txBody>
          <a:bodyPr vert="horz" rtlCol="0" anchor="t"/>
          <a:lstStyle/>
          <a:p>
            <a:pPr algn="ctr" defTabSz="914400">
              <a:defRPr/>
            </a:pPr>
            <a:r>
              <a:rPr lang="en-US" altLang="zh-CN" sz="1400" kern="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Task Unit</a:t>
            </a:r>
            <a:endParaRPr lang="zh-CN" altLang="en-US" sz="1400" kern="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F87829F-D2DC-FCC0-07D4-5EF9B1BB8D57}"/>
              </a:ext>
            </a:extLst>
          </p:cNvPr>
          <p:cNvSpPr/>
          <p:nvPr/>
        </p:nvSpPr>
        <p:spPr>
          <a:xfrm>
            <a:off x="2064527" y="1075923"/>
            <a:ext cx="227444" cy="664870"/>
          </a:xfrm>
          <a:prstGeom prst="roundRect">
            <a:avLst>
              <a:gd name="adj" fmla="val 12000"/>
            </a:avLst>
          </a:prstGeom>
          <a:solidFill>
            <a:srgbClr val="39C1A1">
              <a:alpha val="46000"/>
            </a:srgbClr>
          </a:solidFill>
          <a:ln w="15875">
            <a:solidFill>
              <a:srgbClr val="30A287"/>
            </a:solidFill>
          </a:ln>
          <a:effectLst/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4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06A4813-3CA3-B53D-FD1E-F96A545448EE}"/>
              </a:ext>
            </a:extLst>
          </p:cNvPr>
          <p:cNvSpPr/>
          <p:nvPr/>
        </p:nvSpPr>
        <p:spPr>
          <a:xfrm>
            <a:off x="2332124" y="1075923"/>
            <a:ext cx="227444" cy="664870"/>
          </a:xfrm>
          <a:prstGeom prst="roundRect">
            <a:avLst>
              <a:gd name="adj" fmla="val 12000"/>
            </a:avLst>
          </a:prstGeom>
          <a:solidFill>
            <a:srgbClr val="39C1A1">
              <a:alpha val="46000"/>
            </a:srgbClr>
          </a:solidFill>
          <a:ln w="15875">
            <a:solidFill>
              <a:srgbClr val="30A287"/>
            </a:solidFill>
          </a:ln>
          <a:effectLst/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4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DCFF94C-E6D3-9398-46BA-345A561A31EA}"/>
              </a:ext>
            </a:extLst>
          </p:cNvPr>
          <p:cNvSpPr/>
          <p:nvPr/>
        </p:nvSpPr>
        <p:spPr>
          <a:xfrm>
            <a:off x="519302" y="1368184"/>
            <a:ext cx="1067168" cy="288320"/>
          </a:xfrm>
          <a:prstGeom prst="roundRect">
            <a:avLst/>
          </a:prstGeom>
          <a:solidFill>
            <a:srgbClr val="BAE5F8">
              <a:alpha val="86000"/>
            </a:srgbClr>
          </a:solidFill>
          <a:ln w="22225">
            <a:solidFill>
              <a:srgbClr val="47C4FC"/>
            </a:solidFill>
          </a:ln>
          <a:effectLst/>
        </p:spPr>
        <p:txBody>
          <a:bodyPr vert="horz" rtlCol="0" anchor="t"/>
          <a:lstStyle/>
          <a:p>
            <a:pPr algn="ctr" defTabSz="914400">
              <a:defRPr/>
            </a:pPr>
            <a:r>
              <a:rPr lang="en-US" altLang="zh-CN" sz="1100" kern="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Action Unit</a:t>
            </a:r>
            <a:endParaRPr lang="zh-CN" altLang="en-US" sz="1100" kern="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ECEF7B5-6E3C-C4B3-5072-D0EE6D4BE72A}"/>
              </a:ext>
            </a:extLst>
          </p:cNvPr>
          <p:cNvSpPr/>
          <p:nvPr/>
        </p:nvSpPr>
        <p:spPr>
          <a:xfrm flipH="1">
            <a:off x="1632647" y="1368184"/>
            <a:ext cx="120311" cy="288320"/>
          </a:xfrm>
          <a:prstGeom prst="roundRect">
            <a:avLst/>
          </a:prstGeom>
          <a:solidFill>
            <a:srgbClr val="BAE5F8">
              <a:alpha val="86000"/>
            </a:srgbClr>
          </a:solidFill>
          <a:ln w="22225">
            <a:solidFill>
              <a:srgbClr val="47C4FC"/>
            </a:solidFill>
          </a:ln>
          <a:effectLst/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1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箭头: 下 51">
            <a:extLst>
              <a:ext uri="{FF2B5EF4-FFF2-40B4-BE49-F238E27FC236}">
                <a16:creationId xmlns:a16="http://schemas.microsoft.com/office/drawing/2014/main" id="{A9B84178-1BA2-F4C5-1FC7-94594EBF378C}"/>
              </a:ext>
            </a:extLst>
          </p:cNvPr>
          <p:cNvSpPr/>
          <p:nvPr/>
        </p:nvSpPr>
        <p:spPr>
          <a:xfrm>
            <a:off x="669999" y="1670867"/>
            <a:ext cx="304394" cy="688315"/>
          </a:xfrm>
          <a:prstGeom prst="downArrow">
            <a:avLst>
              <a:gd name="adj1" fmla="val 69470"/>
              <a:gd name="adj2" fmla="val 4883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>
              <a:lnSpc>
                <a:spcPts val="700"/>
              </a:lnSpc>
            </a:pPr>
            <a:r>
              <a:rPr lang="en-US" altLang="zh-CN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 Reading</a:t>
            </a:r>
            <a:endParaRPr lang="zh-CN" alt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5879E857-3663-E982-B4C2-D3A352B78E15}"/>
              </a:ext>
            </a:extLst>
          </p:cNvPr>
          <p:cNvSpPr/>
          <p:nvPr/>
        </p:nvSpPr>
        <p:spPr>
          <a:xfrm flipH="1">
            <a:off x="1786651" y="1368184"/>
            <a:ext cx="120311" cy="288320"/>
          </a:xfrm>
          <a:prstGeom prst="roundRect">
            <a:avLst/>
          </a:prstGeom>
          <a:solidFill>
            <a:srgbClr val="BAE5F8">
              <a:alpha val="86000"/>
            </a:srgbClr>
          </a:solidFill>
          <a:ln w="22225">
            <a:solidFill>
              <a:srgbClr val="47C4FC"/>
            </a:solidFill>
          </a:ln>
          <a:effectLst/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1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364C6C30-B0C9-E0F5-7F65-05438FC72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01" y="762266"/>
            <a:ext cx="295675" cy="298581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B41B20B-D498-C247-2BF9-21419E36E220}"/>
              </a:ext>
            </a:extLst>
          </p:cNvPr>
          <p:cNvSpPr/>
          <p:nvPr/>
        </p:nvSpPr>
        <p:spPr>
          <a:xfrm>
            <a:off x="2797819" y="430591"/>
            <a:ext cx="1919768" cy="1820698"/>
          </a:xfrm>
          <a:prstGeom prst="rect">
            <a:avLst/>
          </a:prstGeom>
          <a:solidFill>
            <a:schemeClr val="bg1">
              <a:lumMod val="95000"/>
            </a:schemeClr>
          </a:solidFill>
          <a:ln w="158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Edit-time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563F1A7-A189-1214-E807-0DF66CE7553B}"/>
              </a:ext>
            </a:extLst>
          </p:cNvPr>
          <p:cNvSpPr/>
          <p:nvPr/>
        </p:nvSpPr>
        <p:spPr>
          <a:xfrm>
            <a:off x="5028626" y="430593"/>
            <a:ext cx="3246979" cy="1820697"/>
          </a:xfrm>
          <a:prstGeom prst="rect">
            <a:avLst/>
          </a:prstGeom>
          <a:solidFill>
            <a:schemeClr val="bg1">
              <a:lumMod val="95000"/>
            </a:schemeClr>
          </a:solidFill>
          <a:ln w="15875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Run-time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: Rounded Corners 169">
            <a:extLst>
              <a:ext uri="{FF2B5EF4-FFF2-40B4-BE49-F238E27FC236}">
                <a16:creationId xmlns:a16="http://schemas.microsoft.com/office/drawing/2014/main" id="{7B1A4A3F-CD68-9FD8-0913-6E0503EF3AA1}"/>
              </a:ext>
            </a:extLst>
          </p:cNvPr>
          <p:cNvSpPr/>
          <p:nvPr/>
        </p:nvSpPr>
        <p:spPr>
          <a:xfrm>
            <a:off x="4361464" y="1855011"/>
            <a:ext cx="1028533" cy="248250"/>
          </a:xfrm>
          <a:prstGeom prst="roundRect">
            <a:avLst>
              <a:gd name="adj" fmla="val 29537"/>
            </a:avLst>
          </a:prstGeom>
          <a:solidFill>
            <a:srgbClr val="F8C100"/>
          </a:solidFill>
          <a:ln w="22225" cap="rnd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 defTabSz="326532">
              <a:defRPr/>
            </a:pPr>
            <a:r>
              <a:rPr lang="en-US" altLang="zh-CN" sz="1200" b="1" kern="0" dirty="0">
                <a:solidFill>
                  <a:prstClr val="black"/>
                </a:solidFill>
                <a:latin typeface="Calibri"/>
                <a:cs typeface="Calibri"/>
              </a:rPr>
              <a:t>ID Manager</a:t>
            </a:r>
            <a:endParaRPr lang="en-HK" altLang="zh-CN" sz="1200" b="1" kern="0" dirty="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427A4F8C-987C-4B3B-B16B-8999409D6D85}"/>
              </a:ext>
            </a:extLst>
          </p:cNvPr>
          <p:cNvSpPr/>
          <p:nvPr/>
        </p:nvSpPr>
        <p:spPr>
          <a:xfrm>
            <a:off x="2935679" y="870967"/>
            <a:ext cx="1463679" cy="1211819"/>
          </a:xfrm>
          <a:custGeom>
            <a:avLst/>
            <a:gdLst>
              <a:gd name="connsiteX0" fmla="*/ 574996 w 1742092"/>
              <a:gd name="connsiteY0" fmla="*/ 775 h 1732694"/>
              <a:gd name="connsiteX1" fmla="*/ 287129 w 1742092"/>
              <a:gd name="connsiteY1" fmla="*/ 119308 h 1732694"/>
              <a:gd name="connsiteX2" fmla="*/ 3496 w 1742092"/>
              <a:gd name="connsiteY2" fmla="*/ 551108 h 1732694"/>
              <a:gd name="connsiteX3" fmla="*/ 147429 w 1742092"/>
              <a:gd name="connsiteY3" fmla="*/ 961742 h 1732694"/>
              <a:gd name="connsiteX4" fmla="*/ 418363 w 1742092"/>
              <a:gd name="connsiteY4" fmla="*/ 1152242 h 1732694"/>
              <a:gd name="connsiteX5" fmla="*/ 431063 w 1742092"/>
              <a:gd name="connsiteY5" fmla="*/ 1512075 h 1732694"/>
              <a:gd name="connsiteX6" fmla="*/ 659663 w 1742092"/>
              <a:gd name="connsiteY6" fmla="*/ 1719508 h 1732694"/>
              <a:gd name="connsiteX7" fmla="*/ 1082996 w 1742092"/>
              <a:gd name="connsiteY7" fmla="*/ 1677175 h 1732694"/>
              <a:gd name="connsiteX8" fmla="*/ 1205763 w 1742092"/>
              <a:gd name="connsiteY8" fmla="*/ 1397775 h 1732694"/>
              <a:gd name="connsiteX9" fmla="*/ 1375096 w 1742092"/>
              <a:gd name="connsiteY9" fmla="*/ 1351208 h 1732694"/>
              <a:gd name="connsiteX10" fmla="*/ 1679896 w 1742092"/>
              <a:gd name="connsiteY10" fmla="*/ 1181875 h 1732694"/>
              <a:gd name="connsiteX11" fmla="*/ 1739163 w 1742092"/>
              <a:gd name="connsiteY11" fmla="*/ 788175 h 1732694"/>
              <a:gd name="connsiteX12" fmla="*/ 1629096 w 1742092"/>
              <a:gd name="connsiteY12" fmla="*/ 309808 h 1732694"/>
              <a:gd name="connsiteX13" fmla="*/ 1129563 w 1742092"/>
              <a:gd name="connsiteY13" fmla="*/ 81208 h 1732694"/>
              <a:gd name="connsiteX14" fmla="*/ 574996 w 1742092"/>
              <a:gd name="connsiteY14" fmla="*/ 775 h 1732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42092" h="1732694">
                <a:moveTo>
                  <a:pt x="574996" y="775"/>
                </a:moveTo>
                <a:cubicBezTo>
                  <a:pt x="434590" y="7125"/>
                  <a:pt x="382379" y="27586"/>
                  <a:pt x="287129" y="119308"/>
                </a:cubicBezTo>
                <a:cubicBezTo>
                  <a:pt x="191879" y="211030"/>
                  <a:pt x="26779" y="410702"/>
                  <a:pt x="3496" y="551108"/>
                </a:cubicBezTo>
                <a:cubicBezTo>
                  <a:pt x="-19787" y="691514"/>
                  <a:pt x="78285" y="861553"/>
                  <a:pt x="147429" y="961742"/>
                </a:cubicBezTo>
                <a:cubicBezTo>
                  <a:pt x="216573" y="1061931"/>
                  <a:pt x="371091" y="1060520"/>
                  <a:pt x="418363" y="1152242"/>
                </a:cubicBezTo>
                <a:cubicBezTo>
                  <a:pt x="465635" y="1243964"/>
                  <a:pt x="390846" y="1417531"/>
                  <a:pt x="431063" y="1512075"/>
                </a:cubicBezTo>
                <a:cubicBezTo>
                  <a:pt x="471280" y="1606619"/>
                  <a:pt x="551008" y="1691991"/>
                  <a:pt x="659663" y="1719508"/>
                </a:cubicBezTo>
                <a:cubicBezTo>
                  <a:pt x="768318" y="1747025"/>
                  <a:pt x="991979" y="1730797"/>
                  <a:pt x="1082996" y="1677175"/>
                </a:cubicBezTo>
                <a:cubicBezTo>
                  <a:pt x="1174013" y="1623553"/>
                  <a:pt x="1157080" y="1452103"/>
                  <a:pt x="1205763" y="1397775"/>
                </a:cubicBezTo>
                <a:cubicBezTo>
                  <a:pt x="1254446" y="1343447"/>
                  <a:pt x="1296074" y="1387191"/>
                  <a:pt x="1375096" y="1351208"/>
                </a:cubicBezTo>
                <a:cubicBezTo>
                  <a:pt x="1454118" y="1315225"/>
                  <a:pt x="1619218" y="1275714"/>
                  <a:pt x="1679896" y="1181875"/>
                </a:cubicBezTo>
                <a:cubicBezTo>
                  <a:pt x="1740574" y="1088036"/>
                  <a:pt x="1747630" y="933520"/>
                  <a:pt x="1739163" y="788175"/>
                </a:cubicBezTo>
                <a:cubicBezTo>
                  <a:pt x="1730696" y="642831"/>
                  <a:pt x="1730696" y="427636"/>
                  <a:pt x="1629096" y="309808"/>
                </a:cubicBezTo>
                <a:cubicBezTo>
                  <a:pt x="1527496" y="191980"/>
                  <a:pt x="1303835" y="134830"/>
                  <a:pt x="1129563" y="81208"/>
                </a:cubicBezTo>
                <a:cubicBezTo>
                  <a:pt x="955291" y="27586"/>
                  <a:pt x="715402" y="-5575"/>
                  <a:pt x="574996" y="775"/>
                </a:cubicBezTo>
                <a:close/>
              </a:path>
            </a:pathLst>
          </a:custGeom>
          <a:noFill/>
          <a:ln w="222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851F23A-B212-6F61-45DB-1E133D065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040" y="952030"/>
            <a:ext cx="534420" cy="534420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FD90DCD9-09EC-7091-7DCF-5078CFCC373E}"/>
              </a:ext>
            </a:extLst>
          </p:cNvPr>
          <p:cNvGrpSpPr/>
          <p:nvPr/>
        </p:nvGrpSpPr>
        <p:grpSpPr>
          <a:xfrm>
            <a:off x="3741711" y="1314623"/>
            <a:ext cx="436207" cy="438424"/>
            <a:chOff x="7079832" y="2188987"/>
            <a:chExt cx="667891" cy="707548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FB15308-1C95-913E-B5A2-C58F35540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9832" y="2188987"/>
              <a:ext cx="609600" cy="609600"/>
            </a:xfrm>
            <a:prstGeom prst="rect">
              <a:avLst/>
            </a:prstGeom>
          </p:spPr>
        </p:pic>
        <p:pic>
          <p:nvPicPr>
            <p:cNvPr id="65" name="图片 64">
              <a:extLst>
                <a:ext uri="{FF2B5EF4-FFF2-40B4-BE49-F238E27FC236}">
                  <a16:creationId xmlns:a16="http://schemas.microsoft.com/office/drawing/2014/main" id="{DF6B10AA-5573-2514-33DE-E32B0FD80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3094" y="2571906"/>
              <a:ext cx="324629" cy="324629"/>
            </a:xfrm>
            <a:prstGeom prst="rect">
              <a:avLst/>
            </a:prstGeom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58D2D5BB-BF13-1DAF-FC0C-7694F90F4C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534" y="1573648"/>
            <a:ext cx="410725" cy="410725"/>
          </a:xfrm>
          <a:prstGeom prst="rect">
            <a:avLst/>
          </a:prstGeom>
        </p:spPr>
      </p:pic>
      <p:grpSp>
        <p:nvGrpSpPr>
          <p:cNvPr id="66" name="组合 65">
            <a:extLst>
              <a:ext uri="{FF2B5EF4-FFF2-40B4-BE49-F238E27FC236}">
                <a16:creationId xmlns:a16="http://schemas.microsoft.com/office/drawing/2014/main" id="{84693A73-FF42-5796-33D3-784B72DEF7E2}"/>
              </a:ext>
            </a:extLst>
          </p:cNvPr>
          <p:cNvGrpSpPr/>
          <p:nvPr/>
        </p:nvGrpSpPr>
        <p:grpSpPr>
          <a:xfrm>
            <a:off x="5997873" y="1210035"/>
            <a:ext cx="436207" cy="438424"/>
            <a:chOff x="7079832" y="2188987"/>
            <a:chExt cx="667891" cy="707548"/>
          </a:xfrm>
        </p:grpSpPr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00D793F1-3E8D-5D11-B4B2-218C2C461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9832" y="2188987"/>
              <a:ext cx="609600" cy="609600"/>
            </a:xfrm>
            <a:prstGeom prst="rect">
              <a:avLst/>
            </a:prstGeom>
          </p:spPr>
        </p:pic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617FD9A3-C753-A926-1C82-6EF1A232C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3094" y="2571906"/>
              <a:ext cx="324629" cy="324629"/>
            </a:xfrm>
            <a:prstGeom prst="rect">
              <a:avLst/>
            </a:prstGeom>
          </p:spPr>
        </p:pic>
      </p:grpSp>
      <p:pic>
        <p:nvPicPr>
          <p:cNvPr id="71" name="图片 70">
            <a:extLst>
              <a:ext uri="{FF2B5EF4-FFF2-40B4-BE49-F238E27FC236}">
                <a16:creationId xmlns:a16="http://schemas.microsoft.com/office/drawing/2014/main" id="{C4D0253C-3131-F1A7-3743-08F8217A39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696" y="1469060"/>
            <a:ext cx="410725" cy="410725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9F2FD329-0458-D723-29F1-49E8213E2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622" y="888221"/>
            <a:ext cx="590507" cy="590507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27A27905-B797-6B25-5081-85721414C1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570" y="472199"/>
            <a:ext cx="263054" cy="263054"/>
          </a:xfrm>
          <a:prstGeom prst="rect">
            <a:avLst/>
          </a:prstGeom>
        </p:spPr>
      </p:pic>
      <p:sp>
        <p:nvSpPr>
          <p:cNvPr id="76" name="箭头: 直角上 75">
            <a:extLst>
              <a:ext uri="{FF2B5EF4-FFF2-40B4-BE49-F238E27FC236}">
                <a16:creationId xmlns:a16="http://schemas.microsoft.com/office/drawing/2014/main" id="{A067C79C-4D99-D329-68A8-CA136DADAF56}"/>
              </a:ext>
            </a:extLst>
          </p:cNvPr>
          <p:cNvSpPr/>
          <p:nvPr/>
        </p:nvSpPr>
        <p:spPr>
          <a:xfrm>
            <a:off x="1949574" y="2133227"/>
            <a:ext cx="2848892" cy="410936"/>
          </a:xfrm>
          <a:prstGeom prst="bentUpArrow">
            <a:avLst>
              <a:gd name="adj1" fmla="val 26040"/>
              <a:gd name="adj2" fmla="val 30918"/>
              <a:gd name="adj3" fmla="val 36773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 Registration</a:t>
            </a:r>
          </a:p>
        </p:txBody>
      </p:sp>
      <p:sp>
        <p:nvSpPr>
          <p:cNvPr id="94" name="箭头: 直角上 93">
            <a:extLst>
              <a:ext uri="{FF2B5EF4-FFF2-40B4-BE49-F238E27FC236}">
                <a16:creationId xmlns:a16="http://schemas.microsoft.com/office/drawing/2014/main" id="{BD83ABAC-ECEF-5C69-AE80-153D0BDE1CB4}"/>
              </a:ext>
            </a:extLst>
          </p:cNvPr>
          <p:cNvSpPr/>
          <p:nvPr/>
        </p:nvSpPr>
        <p:spPr>
          <a:xfrm>
            <a:off x="1949574" y="1990511"/>
            <a:ext cx="5873062" cy="699978"/>
          </a:xfrm>
          <a:prstGeom prst="bentUpArrow">
            <a:avLst>
              <a:gd name="adj1" fmla="val 15820"/>
              <a:gd name="adj2" fmla="val 21337"/>
              <a:gd name="adj3" fmla="val 32089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Loading</a:t>
            </a:r>
          </a:p>
        </p:txBody>
      </p:sp>
      <p:sp>
        <p:nvSpPr>
          <p:cNvPr id="54" name="Rectangle: Rounded Corners 169">
            <a:extLst>
              <a:ext uri="{FF2B5EF4-FFF2-40B4-BE49-F238E27FC236}">
                <a16:creationId xmlns:a16="http://schemas.microsoft.com/office/drawing/2014/main" id="{C5CA8CAF-E495-770E-7009-D51FBB66B7C0}"/>
              </a:ext>
            </a:extLst>
          </p:cNvPr>
          <p:cNvSpPr/>
          <p:nvPr/>
        </p:nvSpPr>
        <p:spPr>
          <a:xfrm>
            <a:off x="2291971" y="2325074"/>
            <a:ext cx="976854" cy="427096"/>
          </a:xfrm>
          <a:prstGeom prst="roundRect">
            <a:avLst>
              <a:gd name="adj" fmla="val 24229"/>
            </a:avLst>
          </a:prstGeom>
          <a:solidFill>
            <a:srgbClr val="FFC000"/>
          </a:solidFill>
          <a:ln w="22225" cap="rnd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 defTabSz="326532">
              <a:lnSpc>
                <a:spcPts val="1300"/>
              </a:lnSpc>
              <a:defRPr/>
            </a:pPr>
            <a:r>
              <a:rPr lang="en-US" altLang="zh-CN" sz="1400" b="1" kern="0" dirty="0">
                <a:solidFill>
                  <a:prstClr val="black"/>
                </a:solidFill>
                <a:latin typeface="Calibri"/>
                <a:cs typeface="Calibri"/>
              </a:rPr>
              <a:t>Action Manager</a:t>
            </a:r>
            <a:endParaRPr lang="en-HK" altLang="zh-CN" sz="1400" b="1" kern="0" dirty="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810B0CF5-B1B1-B8BB-C394-32D372ECCF32}"/>
              </a:ext>
            </a:extLst>
          </p:cNvPr>
          <p:cNvGrpSpPr/>
          <p:nvPr/>
        </p:nvGrpSpPr>
        <p:grpSpPr>
          <a:xfrm>
            <a:off x="4828615" y="1998394"/>
            <a:ext cx="2697761" cy="545128"/>
            <a:chOff x="4351210" y="4175737"/>
            <a:chExt cx="4025020" cy="583570"/>
          </a:xfrm>
        </p:grpSpPr>
        <p:sp>
          <p:nvSpPr>
            <p:cNvPr id="98" name="箭头: 直角上 97">
              <a:extLst>
                <a:ext uri="{FF2B5EF4-FFF2-40B4-BE49-F238E27FC236}">
                  <a16:creationId xmlns:a16="http://schemas.microsoft.com/office/drawing/2014/main" id="{298F7437-65A7-C1DB-0710-6C03A6B15F18}"/>
                </a:ext>
              </a:extLst>
            </p:cNvPr>
            <p:cNvSpPr/>
            <p:nvPr/>
          </p:nvSpPr>
          <p:spPr>
            <a:xfrm>
              <a:off x="5172720" y="4175737"/>
              <a:ext cx="3203510" cy="583570"/>
            </a:xfrm>
            <a:prstGeom prst="bentUpArrow">
              <a:avLst>
                <a:gd name="adj1" fmla="val 18326"/>
                <a:gd name="adj2" fmla="val 23204"/>
                <a:gd name="adj3" fmla="val 40079"/>
              </a:avLst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箭头: 直角上 95">
              <a:extLst>
                <a:ext uri="{FF2B5EF4-FFF2-40B4-BE49-F238E27FC236}">
                  <a16:creationId xmlns:a16="http://schemas.microsoft.com/office/drawing/2014/main" id="{535D9ADB-E6C6-0789-90F1-6B2B862F8D39}"/>
                </a:ext>
              </a:extLst>
            </p:cNvPr>
            <p:cNvSpPr/>
            <p:nvPr/>
          </p:nvSpPr>
          <p:spPr>
            <a:xfrm flipH="1">
              <a:off x="4351210" y="4348371"/>
              <a:ext cx="3608660" cy="410936"/>
            </a:xfrm>
            <a:prstGeom prst="bentUpArrow">
              <a:avLst>
                <a:gd name="adj1" fmla="val 26040"/>
                <a:gd name="adj2" fmla="val 30918"/>
                <a:gd name="adj3" fmla="val 36773"/>
              </a:avLst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 Searching</a:t>
              </a:r>
              <a:endParaRPr lang="zh-CN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E0603A2-DF65-08D3-C2D2-C3FB7AFB33C2}"/>
              </a:ext>
            </a:extLst>
          </p:cNvPr>
          <p:cNvGrpSpPr/>
          <p:nvPr/>
        </p:nvGrpSpPr>
        <p:grpSpPr>
          <a:xfrm>
            <a:off x="732181" y="2385148"/>
            <a:ext cx="1216473" cy="334666"/>
            <a:chOff x="732181" y="2385148"/>
            <a:chExt cx="1216473" cy="334666"/>
          </a:xfrm>
        </p:grpSpPr>
        <p:sp>
          <p:nvSpPr>
            <p:cNvPr id="335" name="矩形: 圆角 334">
              <a:extLst>
                <a:ext uri="{FF2B5EF4-FFF2-40B4-BE49-F238E27FC236}">
                  <a16:creationId xmlns:a16="http://schemas.microsoft.com/office/drawing/2014/main" id="{98A65052-1764-D2FD-C0D0-B0DD64DD2002}"/>
                </a:ext>
              </a:extLst>
            </p:cNvPr>
            <p:cNvSpPr/>
            <p:nvPr/>
          </p:nvSpPr>
          <p:spPr>
            <a:xfrm flipH="1">
              <a:off x="732181" y="2385148"/>
              <a:ext cx="130009" cy="334666"/>
            </a:xfrm>
            <a:prstGeom prst="roundRect">
              <a:avLst/>
            </a:prstGeom>
            <a:solidFill>
              <a:srgbClr val="47C4FC">
                <a:alpha val="80000"/>
              </a:srgbClr>
            </a:solidFill>
            <a:ln w="12700" cap="flat" cmpd="sng" algn="ctr">
              <a:solidFill>
                <a:srgbClr val="15B4FB"/>
              </a:solidFill>
              <a:prstDash val="solid"/>
              <a:miter lim="800000"/>
            </a:ln>
            <a:effectLst/>
          </p:spPr>
          <p:txBody>
            <a:bodyPr vert="horz" rtlCol="0" anchor="t"/>
            <a:lstStyle/>
            <a:p>
              <a:pPr algn="ctr" defTabSz="914400">
                <a:lnSpc>
                  <a:spcPts val="2000"/>
                </a:lnSpc>
                <a:defRPr/>
              </a:pPr>
              <a:endParaRPr lang="zh-CN" altLang="en-US" sz="1600" b="1" kern="0" dirty="0">
                <a:solidFill>
                  <a:prstClr val="white"/>
                </a:solidFill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6" name="矩形: 圆角 335">
              <a:extLst>
                <a:ext uri="{FF2B5EF4-FFF2-40B4-BE49-F238E27FC236}">
                  <a16:creationId xmlns:a16="http://schemas.microsoft.com/office/drawing/2014/main" id="{3A6C251F-102D-21E8-B7F7-AF274228D95C}"/>
                </a:ext>
              </a:extLst>
            </p:cNvPr>
            <p:cNvSpPr/>
            <p:nvPr/>
          </p:nvSpPr>
          <p:spPr>
            <a:xfrm flipH="1">
              <a:off x="887390" y="2385148"/>
              <a:ext cx="130009" cy="334666"/>
            </a:xfrm>
            <a:prstGeom prst="roundRect">
              <a:avLst/>
            </a:prstGeom>
            <a:solidFill>
              <a:srgbClr val="47C4FC">
                <a:alpha val="80000"/>
              </a:srgbClr>
            </a:solidFill>
            <a:ln w="12700" cap="flat" cmpd="sng" algn="ctr">
              <a:solidFill>
                <a:srgbClr val="15B4FB"/>
              </a:solidFill>
              <a:prstDash val="solid"/>
              <a:miter lim="800000"/>
            </a:ln>
            <a:effectLst/>
          </p:spPr>
          <p:txBody>
            <a:bodyPr vert="horz" rtlCol="0" anchor="t"/>
            <a:lstStyle/>
            <a:p>
              <a:pPr algn="ctr" defTabSz="914400">
                <a:lnSpc>
                  <a:spcPts val="2000"/>
                </a:lnSpc>
                <a:defRPr/>
              </a:pPr>
              <a:endParaRPr lang="zh-CN" altLang="en-US" sz="1600" b="1" kern="0" dirty="0">
                <a:solidFill>
                  <a:prstClr val="white"/>
                </a:solidFill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7" name="矩形: 圆角 336">
              <a:extLst>
                <a:ext uri="{FF2B5EF4-FFF2-40B4-BE49-F238E27FC236}">
                  <a16:creationId xmlns:a16="http://schemas.microsoft.com/office/drawing/2014/main" id="{3943820D-5DC5-117C-16C5-8392F9BECB0A}"/>
                </a:ext>
              </a:extLst>
            </p:cNvPr>
            <p:cNvSpPr/>
            <p:nvPr/>
          </p:nvSpPr>
          <p:spPr>
            <a:xfrm flipH="1">
              <a:off x="1042599" y="2385148"/>
              <a:ext cx="130009" cy="334666"/>
            </a:xfrm>
            <a:prstGeom prst="roundRect">
              <a:avLst/>
            </a:prstGeom>
            <a:solidFill>
              <a:srgbClr val="47C4FC">
                <a:alpha val="80000"/>
              </a:srgbClr>
            </a:solidFill>
            <a:ln w="12700" cap="flat" cmpd="sng" algn="ctr">
              <a:solidFill>
                <a:srgbClr val="15B4FB"/>
              </a:solidFill>
              <a:prstDash val="solid"/>
              <a:miter lim="800000"/>
            </a:ln>
            <a:effectLst/>
          </p:spPr>
          <p:txBody>
            <a:bodyPr vert="horz" rtlCol="0" anchor="t"/>
            <a:lstStyle/>
            <a:p>
              <a:pPr algn="ctr" defTabSz="914400">
                <a:lnSpc>
                  <a:spcPts val="2000"/>
                </a:lnSpc>
                <a:defRPr/>
              </a:pPr>
              <a:endParaRPr lang="zh-CN" altLang="en-US" sz="1600" b="1" kern="0" dirty="0">
                <a:solidFill>
                  <a:prstClr val="white"/>
                </a:solidFill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8" name="矩形: 圆角 337">
              <a:extLst>
                <a:ext uri="{FF2B5EF4-FFF2-40B4-BE49-F238E27FC236}">
                  <a16:creationId xmlns:a16="http://schemas.microsoft.com/office/drawing/2014/main" id="{4F6D6188-0AE8-302D-E515-134351189208}"/>
                </a:ext>
              </a:extLst>
            </p:cNvPr>
            <p:cNvSpPr/>
            <p:nvPr/>
          </p:nvSpPr>
          <p:spPr>
            <a:xfrm flipH="1">
              <a:off x="1197808" y="2385148"/>
              <a:ext cx="130009" cy="334666"/>
            </a:xfrm>
            <a:prstGeom prst="roundRect">
              <a:avLst/>
            </a:prstGeom>
            <a:solidFill>
              <a:srgbClr val="47C4FC">
                <a:alpha val="80000"/>
              </a:srgbClr>
            </a:solidFill>
            <a:ln w="12700" cap="flat" cmpd="sng" algn="ctr">
              <a:solidFill>
                <a:srgbClr val="15B4FB"/>
              </a:solidFill>
              <a:prstDash val="solid"/>
              <a:miter lim="800000"/>
            </a:ln>
            <a:effectLst/>
          </p:spPr>
          <p:txBody>
            <a:bodyPr vert="horz" rtlCol="0" anchor="t"/>
            <a:lstStyle/>
            <a:p>
              <a:pPr algn="ctr" defTabSz="914400">
                <a:lnSpc>
                  <a:spcPts val="2000"/>
                </a:lnSpc>
                <a:defRPr/>
              </a:pPr>
              <a:endParaRPr lang="zh-CN" altLang="en-US" sz="1600" b="1" kern="0" dirty="0">
                <a:solidFill>
                  <a:prstClr val="white"/>
                </a:solidFill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9" name="矩形: 圆角 338">
              <a:extLst>
                <a:ext uri="{FF2B5EF4-FFF2-40B4-BE49-F238E27FC236}">
                  <a16:creationId xmlns:a16="http://schemas.microsoft.com/office/drawing/2014/main" id="{EF68241B-5B39-16C7-33BA-33063BB495ED}"/>
                </a:ext>
              </a:extLst>
            </p:cNvPr>
            <p:cNvSpPr/>
            <p:nvPr/>
          </p:nvSpPr>
          <p:spPr>
            <a:xfrm flipH="1">
              <a:off x="1353018" y="2385148"/>
              <a:ext cx="130009" cy="334666"/>
            </a:xfrm>
            <a:prstGeom prst="roundRect">
              <a:avLst/>
            </a:prstGeom>
            <a:solidFill>
              <a:srgbClr val="47C4FC">
                <a:alpha val="80000"/>
              </a:srgbClr>
            </a:solidFill>
            <a:ln w="12700" cap="flat" cmpd="sng" algn="ctr">
              <a:solidFill>
                <a:srgbClr val="15B4FB"/>
              </a:solidFill>
              <a:prstDash val="solid"/>
              <a:miter lim="800000"/>
            </a:ln>
            <a:effectLst/>
          </p:spPr>
          <p:txBody>
            <a:bodyPr vert="horz" rtlCol="0" anchor="t"/>
            <a:lstStyle/>
            <a:p>
              <a:pPr algn="ctr" defTabSz="914400">
                <a:lnSpc>
                  <a:spcPts val="2000"/>
                </a:lnSpc>
                <a:defRPr/>
              </a:pPr>
              <a:endParaRPr lang="zh-CN" altLang="en-US" sz="1600" b="1" kern="0" dirty="0">
                <a:solidFill>
                  <a:prstClr val="white"/>
                </a:solidFill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0" name="矩形: 圆角 339">
              <a:extLst>
                <a:ext uri="{FF2B5EF4-FFF2-40B4-BE49-F238E27FC236}">
                  <a16:creationId xmlns:a16="http://schemas.microsoft.com/office/drawing/2014/main" id="{DB9E10EE-A884-6B1A-D964-1DCC6F01E64E}"/>
                </a:ext>
              </a:extLst>
            </p:cNvPr>
            <p:cNvSpPr/>
            <p:nvPr/>
          </p:nvSpPr>
          <p:spPr>
            <a:xfrm flipH="1">
              <a:off x="1508227" y="2385148"/>
              <a:ext cx="130009" cy="334666"/>
            </a:xfrm>
            <a:prstGeom prst="roundRect">
              <a:avLst/>
            </a:prstGeom>
            <a:solidFill>
              <a:srgbClr val="47C4FC">
                <a:alpha val="80000"/>
              </a:srgbClr>
            </a:solidFill>
            <a:ln w="12700" cap="flat" cmpd="sng" algn="ctr">
              <a:solidFill>
                <a:srgbClr val="15B4FB"/>
              </a:solidFill>
              <a:prstDash val="solid"/>
              <a:miter lim="800000"/>
            </a:ln>
            <a:effectLst/>
          </p:spPr>
          <p:txBody>
            <a:bodyPr vert="horz" rtlCol="0" anchor="t"/>
            <a:lstStyle/>
            <a:p>
              <a:pPr algn="ctr" defTabSz="914400">
                <a:lnSpc>
                  <a:spcPts val="2000"/>
                </a:lnSpc>
                <a:defRPr/>
              </a:pPr>
              <a:endParaRPr lang="zh-CN" altLang="en-US" sz="1600" b="1" kern="0" dirty="0">
                <a:solidFill>
                  <a:prstClr val="white"/>
                </a:solidFill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1" name="矩形: 圆角 340">
              <a:extLst>
                <a:ext uri="{FF2B5EF4-FFF2-40B4-BE49-F238E27FC236}">
                  <a16:creationId xmlns:a16="http://schemas.microsoft.com/office/drawing/2014/main" id="{977DECC2-CFE8-22CC-7033-510C564CE170}"/>
                </a:ext>
              </a:extLst>
            </p:cNvPr>
            <p:cNvSpPr/>
            <p:nvPr/>
          </p:nvSpPr>
          <p:spPr>
            <a:xfrm flipH="1">
              <a:off x="1663436" y="2385148"/>
              <a:ext cx="130009" cy="334666"/>
            </a:xfrm>
            <a:prstGeom prst="roundRect">
              <a:avLst/>
            </a:prstGeom>
            <a:solidFill>
              <a:srgbClr val="47C4FC">
                <a:alpha val="80000"/>
              </a:srgbClr>
            </a:solidFill>
            <a:ln w="12700" cap="flat" cmpd="sng" algn="ctr">
              <a:solidFill>
                <a:srgbClr val="15B4FB"/>
              </a:solidFill>
              <a:prstDash val="solid"/>
              <a:miter lim="800000"/>
            </a:ln>
            <a:effectLst/>
          </p:spPr>
          <p:txBody>
            <a:bodyPr vert="horz" rtlCol="0" anchor="t"/>
            <a:lstStyle/>
            <a:p>
              <a:pPr algn="ctr" defTabSz="914400">
                <a:lnSpc>
                  <a:spcPts val="2000"/>
                </a:lnSpc>
                <a:defRPr/>
              </a:pPr>
              <a:endParaRPr lang="zh-CN" altLang="en-US" sz="1600" b="1" kern="0" dirty="0">
                <a:solidFill>
                  <a:prstClr val="white"/>
                </a:solidFill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2" name="矩形: 圆角 341">
              <a:extLst>
                <a:ext uri="{FF2B5EF4-FFF2-40B4-BE49-F238E27FC236}">
                  <a16:creationId xmlns:a16="http://schemas.microsoft.com/office/drawing/2014/main" id="{84C5641B-CD25-3B64-449E-2EB45A902D8F}"/>
                </a:ext>
              </a:extLst>
            </p:cNvPr>
            <p:cNvSpPr/>
            <p:nvPr/>
          </p:nvSpPr>
          <p:spPr>
            <a:xfrm flipH="1">
              <a:off x="1818645" y="2385148"/>
              <a:ext cx="130009" cy="334666"/>
            </a:xfrm>
            <a:prstGeom prst="roundRect">
              <a:avLst/>
            </a:prstGeom>
            <a:solidFill>
              <a:srgbClr val="47C4FC">
                <a:alpha val="80000"/>
              </a:srgbClr>
            </a:solidFill>
            <a:ln w="12700" cap="flat" cmpd="sng" algn="ctr">
              <a:solidFill>
                <a:srgbClr val="15B4FB"/>
              </a:solidFill>
              <a:prstDash val="solid"/>
              <a:miter lim="800000"/>
            </a:ln>
            <a:effectLst/>
          </p:spPr>
          <p:txBody>
            <a:bodyPr vert="horz" rtlCol="0" anchor="t"/>
            <a:lstStyle/>
            <a:p>
              <a:pPr algn="ctr" defTabSz="914400">
                <a:lnSpc>
                  <a:spcPts val="2000"/>
                </a:lnSpc>
                <a:defRPr/>
              </a:pPr>
              <a:endParaRPr lang="zh-CN" altLang="en-US" sz="1600" b="1" kern="0" dirty="0">
                <a:solidFill>
                  <a:prstClr val="white"/>
                </a:solidFill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43" name="箭头: 左右 342">
            <a:extLst>
              <a:ext uri="{FF2B5EF4-FFF2-40B4-BE49-F238E27FC236}">
                <a16:creationId xmlns:a16="http://schemas.microsoft.com/office/drawing/2014/main" id="{B0E83C40-0913-79B1-8C0F-E9672FD748CB}"/>
              </a:ext>
            </a:extLst>
          </p:cNvPr>
          <p:cNvSpPr/>
          <p:nvPr/>
        </p:nvSpPr>
        <p:spPr>
          <a:xfrm>
            <a:off x="6222058" y="822172"/>
            <a:ext cx="1124986" cy="316995"/>
          </a:xfrm>
          <a:prstGeom prst="leftRightArrow">
            <a:avLst>
              <a:gd name="adj1" fmla="val 39317"/>
              <a:gd name="adj2" fmla="val 50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Interacting</a:t>
            </a:r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0" name="任意多边形: 形状 349">
            <a:extLst>
              <a:ext uri="{FF2B5EF4-FFF2-40B4-BE49-F238E27FC236}">
                <a16:creationId xmlns:a16="http://schemas.microsoft.com/office/drawing/2014/main" id="{B1D9263E-4C6D-D920-90FC-1672AC5337C2}"/>
              </a:ext>
            </a:extLst>
          </p:cNvPr>
          <p:cNvSpPr/>
          <p:nvPr/>
        </p:nvSpPr>
        <p:spPr>
          <a:xfrm>
            <a:off x="5056765" y="847010"/>
            <a:ext cx="1535009" cy="1231414"/>
          </a:xfrm>
          <a:custGeom>
            <a:avLst/>
            <a:gdLst>
              <a:gd name="connsiteX0" fmla="*/ 887283 w 1535009"/>
              <a:gd name="connsiteY0" fmla="*/ 121083 h 1231414"/>
              <a:gd name="connsiteX1" fmla="*/ 463950 w 1535009"/>
              <a:gd name="connsiteY1" fmla="*/ 2550 h 1231414"/>
              <a:gd name="connsiteX2" fmla="*/ 27916 w 1535009"/>
              <a:gd name="connsiteY2" fmla="*/ 235383 h 1231414"/>
              <a:gd name="connsiteX3" fmla="*/ 74483 w 1535009"/>
              <a:gd name="connsiteY3" fmla="*/ 675650 h 1231414"/>
              <a:gd name="connsiteX4" fmla="*/ 324250 w 1535009"/>
              <a:gd name="connsiteY4" fmla="*/ 878850 h 1231414"/>
              <a:gd name="connsiteX5" fmla="*/ 468183 w 1535009"/>
              <a:gd name="connsiteY5" fmla="*/ 1179417 h 1231414"/>
              <a:gd name="connsiteX6" fmla="*/ 633283 w 1535009"/>
              <a:gd name="connsiteY6" fmla="*/ 1230217 h 1231414"/>
              <a:gd name="connsiteX7" fmla="*/ 938083 w 1535009"/>
              <a:gd name="connsiteY7" fmla="*/ 1166717 h 1231414"/>
              <a:gd name="connsiteX8" fmla="*/ 1120116 w 1535009"/>
              <a:gd name="connsiteY8" fmla="*/ 971983 h 1231414"/>
              <a:gd name="connsiteX9" fmla="*/ 1391050 w 1535009"/>
              <a:gd name="connsiteY9" fmla="*/ 874617 h 1231414"/>
              <a:gd name="connsiteX10" fmla="*/ 1534983 w 1535009"/>
              <a:gd name="connsiteY10" fmla="*/ 641783 h 1231414"/>
              <a:gd name="connsiteX11" fmla="*/ 1399516 w 1535009"/>
              <a:gd name="connsiteY11" fmla="*/ 328517 h 1231414"/>
              <a:gd name="connsiteX12" fmla="*/ 1043916 w 1535009"/>
              <a:gd name="connsiteY12" fmla="*/ 273483 h 1231414"/>
              <a:gd name="connsiteX13" fmla="*/ 887283 w 1535009"/>
              <a:gd name="connsiteY13" fmla="*/ 121083 h 1231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35009" h="1231414">
                <a:moveTo>
                  <a:pt x="887283" y="121083"/>
                </a:moveTo>
                <a:cubicBezTo>
                  <a:pt x="790622" y="75927"/>
                  <a:pt x="607178" y="-16500"/>
                  <a:pt x="463950" y="2550"/>
                </a:cubicBezTo>
                <a:cubicBezTo>
                  <a:pt x="320722" y="21600"/>
                  <a:pt x="92827" y="123200"/>
                  <a:pt x="27916" y="235383"/>
                </a:cubicBezTo>
                <a:cubicBezTo>
                  <a:pt x="-36995" y="347566"/>
                  <a:pt x="25094" y="568406"/>
                  <a:pt x="74483" y="675650"/>
                </a:cubicBezTo>
                <a:cubicBezTo>
                  <a:pt x="123872" y="782894"/>
                  <a:pt x="258633" y="794889"/>
                  <a:pt x="324250" y="878850"/>
                </a:cubicBezTo>
                <a:cubicBezTo>
                  <a:pt x="389867" y="962811"/>
                  <a:pt x="416677" y="1120856"/>
                  <a:pt x="468183" y="1179417"/>
                </a:cubicBezTo>
                <a:cubicBezTo>
                  <a:pt x="519688" y="1237978"/>
                  <a:pt x="554966" y="1232334"/>
                  <a:pt x="633283" y="1230217"/>
                </a:cubicBezTo>
                <a:cubicBezTo>
                  <a:pt x="711600" y="1228100"/>
                  <a:pt x="856944" y="1209756"/>
                  <a:pt x="938083" y="1166717"/>
                </a:cubicBezTo>
                <a:cubicBezTo>
                  <a:pt x="1019222" y="1123678"/>
                  <a:pt x="1044622" y="1020666"/>
                  <a:pt x="1120116" y="971983"/>
                </a:cubicBezTo>
                <a:cubicBezTo>
                  <a:pt x="1195610" y="923300"/>
                  <a:pt x="1321906" y="929650"/>
                  <a:pt x="1391050" y="874617"/>
                </a:cubicBezTo>
                <a:cubicBezTo>
                  <a:pt x="1460194" y="819584"/>
                  <a:pt x="1533572" y="732800"/>
                  <a:pt x="1534983" y="641783"/>
                </a:cubicBezTo>
                <a:cubicBezTo>
                  <a:pt x="1536394" y="550766"/>
                  <a:pt x="1481360" y="389900"/>
                  <a:pt x="1399516" y="328517"/>
                </a:cubicBezTo>
                <a:cubicBezTo>
                  <a:pt x="1317672" y="267134"/>
                  <a:pt x="1134227" y="310172"/>
                  <a:pt x="1043916" y="273483"/>
                </a:cubicBezTo>
                <a:cubicBezTo>
                  <a:pt x="953605" y="236794"/>
                  <a:pt x="983944" y="166239"/>
                  <a:pt x="887283" y="121083"/>
                </a:cubicBezTo>
                <a:close/>
              </a:path>
            </a:pathLst>
          </a:custGeom>
          <a:noFill/>
          <a:ln w="222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箭头: 右 72">
            <a:extLst>
              <a:ext uri="{FF2B5EF4-FFF2-40B4-BE49-F238E27FC236}">
                <a16:creationId xmlns:a16="http://schemas.microsoft.com/office/drawing/2014/main" id="{1ACDA91F-30B7-8D12-1FFF-472EA29A0BA4}"/>
              </a:ext>
            </a:extLst>
          </p:cNvPr>
          <p:cNvSpPr/>
          <p:nvPr/>
        </p:nvSpPr>
        <p:spPr>
          <a:xfrm>
            <a:off x="3588484" y="988732"/>
            <a:ext cx="1703392" cy="377731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Prefab Instantiation</a:t>
            </a:r>
          </a:p>
        </p:txBody>
      </p:sp>
      <p:sp>
        <p:nvSpPr>
          <p:cNvPr id="12" name="箭头: 左右 11">
            <a:extLst>
              <a:ext uri="{FF2B5EF4-FFF2-40B4-BE49-F238E27FC236}">
                <a16:creationId xmlns:a16="http://schemas.microsoft.com/office/drawing/2014/main" id="{2894C175-61B1-5194-E6F1-0305FF425A57}"/>
              </a:ext>
            </a:extLst>
          </p:cNvPr>
          <p:cNvSpPr/>
          <p:nvPr/>
        </p:nvSpPr>
        <p:spPr>
          <a:xfrm>
            <a:off x="4390555" y="1531728"/>
            <a:ext cx="1044472" cy="316995"/>
          </a:xfrm>
          <a:prstGeom prst="left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Bridging</a:t>
            </a:r>
            <a:endParaRPr lang="zh-CN" alt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2" name="矩形: 圆角 351">
            <a:extLst>
              <a:ext uri="{FF2B5EF4-FFF2-40B4-BE49-F238E27FC236}">
                <a16:creationId xmlns:a16="http://schemas.microsoft.com/office/drawing/2014/main" id="{0CE53E94-221F-8B06-1AAB-317E38D57A7E}"/>
              </a:ext>
            </a:extLst>
          </p:cNvPr>
          <p:cNvSpPr/>
          <p:nvPr/>
        </p:nvSpPr>
        <p:spPr>
          <a:xfrm rot="5400000" flipH="1">
            <a:off x="5700748" y="1235293"/>
            <a:ext cx="104584" cy="249196"/>
          </a:xfrm>
          <a:prstGeom prst="roundRect">
            <a:avLst/>
          </a:prstGeom>
          <a:solidFill>
            <a:srgbClr val="47C4FC">
              <a:alpha val="80000"/>
            </a:srgbClr>
          </a:solidFill>
          <a:ln w="12700" cap="flat" cmpd="sng" algn="ctr">
            <a:solidFill>
              <a:srgbClr val="15B4FB"/>
            </a:solidFill>
            <a:prstDash val="solid"/>
            <a:miter lim="800000"/>
          </a:ln>
          <a:effectLst/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6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7" name="箭头: 下 356">
            <a:extLst>
              <a:ext uri="{FF2B5EF4-FFF2-40B4-BE49-F238E27FC236}">
                <a16:creationId xmlns:a16="http://schemas.microsoft.com/office/drawing/2014/main" id="{C83B3C0D-5575-B452-7ED4-7012AF0782E9}"/>
              </a:ext>
            </a:extLst>
          </p:cNvPr>
          <p:cNvSpPr/>
          <p:nvPr/>
        </p:nvSpPr>
        <p:spPr>
          <a:xfrm rot="5400000">
            <a:off x="6543686" y="1263691"/>
            <a:ext cx="275898" cy="1183451"/>
          </a:xfrm>
          <a:prstGeom prst="downArrow">
            <a:avLst>
              <a:gd name="adj1" fmla="val 38782"/>
              <a:gd name="adj2" fmla="val 48837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vert270" wrap="none" lIns="0" tIns="0" rIns="0" bIns="0" rtlCol="0" anchor="ctr"/>
          <a:lstStyle/>
          <a:p>
            <a:pPr algn="ctr">
              <a:lnSpc>
                <a:spcPts val="700"/>
              </a:lnSpc>
            </a:pPr>
            <a:r>
              <a:rPr lang="en-US" altLang="zh-CN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Binding</a:t>
            </a:r>
            <a:endParaRPr lang="zh-CN" alt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0" name="箭头: 右 359">
            <a:extLst>
              <a:ext uri="{FF2B5EF4-FFF2-40B4-BE49-F238E27FC236}">
                <a16:creationId xmlns:a16="http://schemas.microsoft.com/office/drawing/2014/main" id="{78B15D54-6002-9B90-B0AD-60610E82B2D5}"/>
              </a:ext>
            </a:extLst>
          </p:cNvPr>
          <p:cNvSpPr/>
          <p:nvPr/>
        </p:nvSpPr>
        <p:spPr>
          <a:xfrm>
            <a:off x="6604649" y="1265964"/>
            <a:ext cx="827465" cy="275899"/>
          </a:xfrm>
          <a:prstGeom prst="rightArrow">
            <a:avLst>
              <a:gd name="adj1" fmla="val 58373"/>
              <a:gd name="adj2" fmla="val 615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700"/>
              </a:lnSpc>
            </a:pPr>
            <a:r>
              <a:rPr lang="en-US" altLang="zh-CN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Execution</a:t>
            </a:r>
            <a:endParaRPr lang="zh-CN" alt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4" name="Rectangle: Rounded Corners 169">
            <a:extLst>
              <a:ext uri="{FF2B5EF4-FFF2-40B4-BE49-F238E27FC236}">
                <a16:creationId xmlns:a16="http://schemas.microsoft.com/office/drawing/2014/main" id="{82495CB8-3A4A-C50B-88CF-E5177D369B31}"/>
              </a:ext>
            </a:extLst>
          </p:cNvPr>
          <p:cNvSpPr/>
          <p:nvPr/>
        </p:nvSpPr>
        <p:spPr>
          <a:xfrm>
            <a:off x="7145733" y="1666761"/>
            <a:ext cx="987941" cy="340181"/>
          </a:xfrm>
          <a:prstGeom prst="roundRect">
            <a:avLst>
              <a:gd name="adj" fmla="val 28845"/>
            </a:avLst>
          </a:prstGeom>
          <a:solidFill>
            <a:srgbClr val="69AB3C"/>
          </a:solidFill>
          <a:ln w="22225" cap="rnd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 defTabSz="326532">
              <a:lnSpc>
                <a:spcPts val="1000"/>
              </a:lnSpc>
              <a:defRPr/>
            </a:pPr>
            <a:r>
              <a:rPr lang="en-US" altLang="zh-CN" sz="1400" b="1" kern="0" dirty="0">
                <a:solidFill>
                  <a:prstClr val="black"/>
                </a:solidFill>
                <a:latin typeface="Calibri"/>
                <a:cs typeface="Calibri"/>
              </a:rPr>
              <a:t>Action Executor</a:t>
            </a:r>
            <a:endParaRPr lang="en-HK" altLang="zh-CN" sz="1400" b="1" kern="0" dirty="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2ED4148E-903D-3606-48C7-A5A393A81608}"/>
              </a:ext>
            </a:extLst>
          </p:cNvPr>
          <p:cNvGrpSpPr/>
          <p:nvPr/>
        </p:nvGrpSpPr>
        <p:grpSpPr>
          <a:xfrm>
            <a:off x="7406132" y="795376"/>
            <a:ext cx="599688" cy="633921"/>
            <a:chOff x="7088031" y="6351077"/>
            <a:chExt cx="599688" cy="633921"/>
          </a:xfrm>
        </p:grpSpPr>
        <p:sp>
          <p:nvSpPr>
            <p:cNvPr id="346" name="Rectangle: Rounded Corners 169">
              <a:extLst>
                <a:ext uri="{FF2B5EF4-FFF2-40B4-BE49-F238E27FC236}">
                  <a16:creationId xmlns:a16="http://schemas.microsoft.com/office/drawing/2014/main" id="{8F23F1D0-1ED5-C0E6-8889-0CDB8548F9B6}"/>
                </a:ext>
              </a:extLst>
            </p:cNvPr>
            <p:cNvSpPr/>
            <p:nvPr/>
          </p:nvSpPr>
          <p:spPr>
            <a:xfrm>
              <a:off x="7088031" y="6351077"/>
              <a:ext cx="599688" cy="633921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25400" cap="rnd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b"/>
            <a:lstStyle/>
            <a:p>
              <a:pPr algn="ctr"/>
              <a:r>
                <a:rPr lang="en-US" altLang="zh-CN" sz="1050" dirty="0"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zh-CN" altLang="zh-CN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3" name="图片 102">
              <a:extLst>
                <a:ext uri="{FF2B5EF4-FFF2-40B4-BE49-F238E27FC236}">
                  <a16:creationId xmlns:a16="http://schemas.microsoft.com/office/drawing/2014/main" id="{29987ED0-B29C-28A3-E94F-84157C957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0842" y="6384795"/>
              <a:ext cx="396565" cy="396565"/>
            </a:xfrm>
            <a:prstGeom prst="rect">
              <a:avLst/>
            </a:prstGeom>
          </p:spPr>
        </p:pic>
      </p:grpSp>
      <p:sp>
        <p:nvSpPr>
          <p:cNvPr id="361" name="矩形: 圆角 360">
            <a:extLst>
              <a:ext uri="{FF2B5EF4-FFF2-40B4-BE49-F238E27FC236}">
                <a16:creationId xmlns:a16="http://schemas.microsoft.com/office/drawing/2014/main" id="{ED5E9162-CA2E-B88C-EA02-B94A77BBFD5C}"/>
              </a:ext>
            </a:extLst>
          </p:cNvPr>
          <p:cNvSpPr/>
          <p:nvPr/>
        </p:nvSpPr>
        <p:spPr>
          <a:xfrm rot="5400000" flipH="1">
            <a:off x="5930303" y="1657359"/>
            <a:ext cx="104584" cy="249196"/>
          </a:xfrm>
          <a:prstGeom prst="roundRect">
            <a:avLst/>
          </a:prstGeom>
          <a:solidFill>
            <a:srgbClr val="47C4FC">
              <a:alpha val="80000"/>
            </a:srgbClr>
          </a:solidFill>
          <a:ln w="12700" cap="flat" cmpd="sng" algn="ctr">
            <a:solidFill>
              <a:srgbClr val="15B4FB"/>
            </a:solidFill>
            <a:prstDash val="solid"/>
            <a:miter lim="800000"/>
          </a:ln>
          <a:effectLst/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6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2" name="矩形: 圆角 361">
            <a:extLst>
              <a:ext uri="{FF2B5EF4-FFF2-40B4-BE49-F238E27FC236}">
                <a16:creationId xmlns:a16="http://schemas.microsoft.com/office/drawing/2014/main" id="{49FD0AFA-05AE-EC9D-5A2B-0F2D0E5A0831}"/>
              </a:ext>
            </a:extLst>
          </p:cNvPr>
          <p:cNvSpPr/>
          <p:nvPr/>
        </p:nvSpPr>
        <p:spPr>
          <a:xfrm rot="5400000" flipH="1">
            <a:off x="6351626" y="1277387"/>
            <a:ext cx="104584" cy="249196"/>
          </a:xfrm>
          <a:prstGeom prst="roundRect">
            <a:avLst/>
          </a:prstGeom>
          <a:solidFill>
            <a:srgbClr val="47C4FC">
              <a:alpha val="80000"/>
            </a:srgbClr>
          </a:solidFill>
          <a:ln w="12700" cap="flat" cmpd="sng" algn="ctr">
            <a:solidFill>
              <a:srgbClr val="15B4FB"/>
            </a:solidFill>
            <a:prstDash val="solid"/>
            <a:miter lim="800000"/>
          </a:ln>
          <a:effectLst/>
        </p:spPr>
        <p:txBody>
          <a:bodyPr vert="horz" rtlCol="0" anchor="t"/>
          <a:lstStyle/>
          <a:p>
            <a:pPr algn="ctr" defTabSz="914400">
              <a:lnSpc>
                <a:spcPts val="2000"/>
              </a:lnSpc>
              <a:defRPr/>
            </a:pPr>
            <a:endParaRPr lang="zh-CN" altLang="en-US" sz="1600" b="1" kern="0" dirty="0">
              <a:solidFill>
                <a:prstClr val="white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64" name="图片 363">
            <a:extLst>
              <a:ext uri="{FF2B5EF4-FFF2-40B4-BE49-F238E27FC236}">
                <a16:creationId xmlns:a16="http://schemas.microsoft.com/office/drawing/2014/main" id="{44AA873B-D991-6598-D26B-07B1D71E7E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278" y="485023"/>
            <a:ext cx="263054" cy="263054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3B12FA6-9337-C0FE-E707-B0367EA5EFED}"/>
              </a:ext>
            </a:extLst>
          </p:cNvPr>
          <p:cNvSpPr/>
          <p:nvPr/>
        </p:nvSpPr>
        <p:spPr>
          <a:xfrm>
            <a:off x="5929392" y="165404"/>
            <a:ext cx="272329" cy="177901"/>
          </a:xfrm>
          <a:prstGeom prst="roundRect">
            <a:avLst>
              <a:gd name="adj" fmla="val 0"/>
            </a:avLst>
          </a:prstGeom>
          <a:solidFill>
            <a:srgbClr val="F8C1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8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56D0915-8C61-0F32-620A-D66F58A753CC}"/>
              </a:ext>
            </a:extLst>
          </p:cNvPr>
          <p:cNvSpPr txBox="1"/>
          <p:nvPr/>
        </p:nvSpPr>
        <p:spPr>
          <a:xfrm>
            <a:off x="6134129" y="90986"/>
            <a:ext cx="1269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LLM-generated Test Plan Transformation</a:t>
            </a:r>
            <a:endParaRPr lang="en-US" altLang="zh-CN" sz="800" dirty="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29FE57B-8610-A9A2-9700-4924CDC47FAF}"/>
              </a:ext>
            </a:extLst>
          </p:cNvPr>
          <p:cNvSpPr/>
          <p:nvPr/>
        </p:nvSpPr>
        <p:spPr>
          <a:xfrm>
            <a:off x="7200548" y="179717"/>
            <a:ext cx="272329" cy="177901"/>
          </a:xfrm>
          <a:prstGeom prst="roundRect">
            <a:avLst>
              <a:gd name="adj" fmla="val 0"/>
            </a:avLst>
          </a:prstGeom>
          <a:solidFill>
            <a:srgbClr val="69AB3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8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37DFFF3-65EA-D1E5-BF69-DF66EE85BBA8}"/>
              </a:ext>
            </a:extLst>
          </p:cNvPr>
          <p:cNvSpPr txBox="1"/>
          <p:nvPr/>
        </p:nvSpPr>
        <p:spPr>
          <a:xfrm>
            <a:off x="7406132" y="116204"/>
            <a:ext cx="913960" cy="324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altLang="zh-CN" sz="900" dirty="0"/>
              <a:t>VRAgent: Test Plan Execution</a:t>
            </a:r>
          </a:p>
        </p:txBody>
      </p:sp>
    </p:spTree>
    <p:extLst>
      <p:ext uri="{BB962C8B-B14F-4D97-AF65-F5344CB8AC3E}">
        <p14:creationId xmlns:p14="http://schemas.microsoft.com/office/powerpoint/2010/main" val="803210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311</TotalTime>
  <Words>95</Words>
  <Application>Microsoft Office PowerPoint</Application>
  <PresentationFormat>自定义</PresentationFormat>
  <Paragraphs>46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Consolas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Zhengyang Zhu</dc:creator>
  <cp:lastModifiedBy>Zhengyang Zhu</cp:lastModifiedBy>
  <cp:revision>20</cp:revision>
  <dcterms:created xsi:type="dcterms:W3CDTF">2025-11-07T12:56:43Z</dcterms:created>
  <dcterms:modified xsi:type="dcterms:W3CDTF">2025-12-08T06:32:44Z</dcterms:modified>
</cp:coreProperties>
</file>