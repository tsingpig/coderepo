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8999538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>
        <p:scale>
          <a:sx n="150" d="100"/>
          <a:sy n="150" d="100"/>
        </p:scale>
        <p:origin x="1364" y="1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24942" y="530264"/>
            <a:ext cx="6749654" cy="1128031"/>
          </a:xfrm>
        </p:spPr>
        <p:txBody>
          <a:bodyPr anchor="b"/>
          <a:lstStyle>
            <a:lvl1pPr algn="ctr">
              <a:defRPr sz="2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1701796"/>
            <a:ext cx="6749654" cy="782271"/>
          </a:xfrm>
        </p:spPr>
        <p:txBody>
          <a:bodyPr/>
          <a:lstStyle>
            <a:lvl1pPr marL="0" indent="0" algn="ctr">
              <a:buNone/>
              <a:defRPr sz="1134"/>
            </a:lvl1pPr>
            <a:lvl2pPr marL="216027" indent="0" algn="ctr">
              <a:buNone/>
              <a:defRPr sz="945"/>
            </a:lvl2pPr>
            <a:lvl3pPr marL="432054" indent="0" algn="ctr">
              <a:buNone/>
              <a:defRPr sz="851"/>
            </a:lvl3pPr>
            <a:lvl4pPr marL="648081" indent="0" algn="ctr">
              <a:buNone/>
              <a:defRPr sz="756"/>
            </a:lvl4pPr>
            <a:lvl5pPr marL="864108" indent="0" algn="ctr">
              <a:buNone/>
              <a:defRPr sz="756"/>
            </a:lvl5pPr>
            <a:lvl6pPr marL="1080135" indent="0" algn="ctr">
              <a:buNone/>
              <a:defRPr sz="756"/>
            </a:lvl6pPr>
            <a:lvl7pPr marL="1296162" indent="0" algn="ctr">
              <a:buNone/>
              <a:defRPr sz="756"/>
            </a:lvl7pPr>
            <a:lvl8pPr marL="1512189" indent="0" algn="ctr">
              <a:buNone/>
              <a:defRPr sz="756"/>
            </a:lvl8pPr>
            <a:lvl9pPr marL="1728216" indent="0" algn="ctr">
              <a:buNone/>
              <a:defRPr sz="756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1846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0635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807773"/>
            <a:ext cx="7762102" cy="1347786"/>
          </a:xfrm>
        </p:spPr>
        <p:txBody>
          <a:bodyPr anchor="b"/>
          <a:lstStyle>
            <a:lvl1pPr>
              <a:defRPr sz="2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2168309"/>
            <a:ext cx="7762102" cy="708769"/>
          </a:xfrm>
        </p:spPr>
        <p:txBody>
          <a:bodyPr/>
          <a:lstStyle>
            <a:lvl1pPr marL="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1pPr>
            <a:lvl2pPr marL="216027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2pPr>
            <a:lvl3pPr marL="432054" indent="0">
              <a:buNone/>
              <a:defRPr sz="851">
                <a:solidFill>
                  <a:schemeClr val="tx1">
                    <a:tint val="75000"/>
                  </a:schemeClr>
                </a:solidFill>
              </a:defRPr>
            </a:lvl3pPr>
            <a:lvl4pPr marL="648081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4pPr>
            <a:lvl5pPr marL="864108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5pPr>
            <a:lvl6pPr marL="1080135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6pPr>
            <a:lvl7pPr marL="1296162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7pPr>
            <a:lvl8pPr marL="1512189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8pPr>
            <a:lvl9pPr marL="1728216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3663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862523"/>
            <a:ext cx="3824804" cy="205580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862523"/>
            <a:ext cx="3824804" cy="205580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113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172505"/>
            <a:ext cx="7762102" cy="62626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794272"/>
            <a:ext cx="3807226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1183532"/>
            <a:ext cx="3807226" cy="17407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6" y="794272"/>
            <a:ext cx="3825976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6" y="1183532"/>
            <a:ext cx="3825976" cy="17407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65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8416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100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16006"/>
            <a:ext cx="2902585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466513"/>
            <a:ext cx="4556016" cy="2302563"/>
          </a:xfrm>
        </p:spPr>
        <p:txBody>
          <a:bodyPr/>
          <a:lstStyle>
            <a:lvl1pPr>
              <a:defRPr sz="1512"/>
            </a:lvl1pPr>
            <a:lvl2pPr>
              <a:defRPr sz="1323"/>
            </a:lvl2pPr>
            <a:lvl3pPr>
              <a:defRPr sz="1134"/>
            </a:lvl3pPr>
            <a:lvl4pPr>
              <a:defRPr sz="945"/>
            </a:lvl4pPr>
            <a:lvl5pPr>
              <a:defRPr sz="945"/>
            </a:lvl5pPr>
            <a:lvl6pPr>
              <a:defRPr sz="945"/>
            </a:lvl6pPr>
            <a:lvl7pPr>
              <a:defRPr sz="945"/>
            </a:lvl7pPr>
            <a:lvl8pPr>
              <a:defRPr sz="945"/>
            </a:lvl8pPr>
            <a:lvl9pPr>
              <a:defRPr sz="94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972026"/>
            <a:ext cx="2902585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226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16006"/>
            <a:ext cx="2902585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466513"/>
            <a:ext cx="4556016" cy="2302563"/>
          </a:xfrm>
        </p:spPr>
        <p:txBody>
          <a:bodyPr anchor="t"/>
          <a:lstStyle>
            <a:lvl1pPr marL="0" indent="0">
              <a:buNone/>
              <a:defRPr sz="1512"/>
            </a:lvl1pPr>
            <a:lvl2pPr marL="216027" indent="0">
              <a:buNone/>
              <a:defRPr sz="1323"/>
            </a:lvl2pPr>
            <a:lvl3pPr marL="432054" indent="0">
              <a:buNone/>
              <a:defRPr sz="1134"/>
            </a:lvl3pPr>
            <a:lvl4pPr marL="648081" indent="0">
              <a:buNone/>
              <a:defRPr sz="945"/>
            </a:lvl4pPr>
            <a:lvl5pPr marL="864108" indent="0">
              <a:buNone/>
              <a:defRPr sz="945"/>
            </a:lvl5pPr>
            <a:lvl6pPr marL="1080135" indent="0">
              <a:buNone/>
              <a:defRPr sz="945"/>
            </a:lvl6pPr>
            <a:lvl7pPr marL="1296162" indent="0">
              <a:buNone/>
              <a:defRPr sz="945"/>
            </a:lvl7pPr>
            <a:lvl8pPr marL="1512189" indent="0">
              <a:buNone/>
              <a:defRPr sz="945"/>
            </a:lvl8pPr>
            <a:lvl9pPr marL="1728216" indent="0">
              <a:buNone/>
              <a:defRPr sz="94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972026"/>
            <a:ext cx="2902585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2900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9327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172505"/>
            <a:ext cx="1940525" cy="27458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8" y="172505"/>
            <a:ext cx="5709082" cy="27458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4434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172505"/>
            <a:ext cx="7762102" cy="626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862523"/>
            <a:ext cx="7762102" cy="2055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3003082"/>
            <a:ext cx="2024896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702B35-EFD2-4092-A369-A03DF3F0D02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3003082"/>
            <a:ext cx="3037344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3003082"/>
            <a:ext cx="2024896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03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32054" rtl="0" eaLnBrk="1" latinLnBrk="0" hangingPunct="1">
        <a:lnSpc>
          <a:spcPct val="90000"/>
        </a:lnSpc>
        <a:spcBef>
          <a:spcPct val="0"/>
        </a:spcBef>
        <a:buNone/>
        <a:defRPr sz="20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8014" indent="-108014" algn="l" defTabSz="432054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24041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40068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56095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972122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9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6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3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836230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290AB217-A902-D542-96D5-38FB0CD4E7F8}"/>
              </a:ext>
            </a:extLst>
          </p:cNvPr>
          <p:cNvSpPr/>
          <p:nvPr/>
        </p:nvSpPr>
        <p:spPr>
          <a:xfrm>
            <a:off x="167223" y="147691"/>
            <a:ext cx="8665092" cy="2885440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VRAgent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393A6D-6288-9B67-1DD5-022B29AF3F5B}"/>
              </a:ext>
            </a:extLst>
          </p:cNvPr>
          <p:cNvSpPr/>
          <p:nvPr/>
        </p:nvSpPr>
        <p:spPr>
          <a:xfrm>
            <a:off x="321239" y="2341459"/>
            <a:ext cx="1694645" cy="520947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624BEE3-3F76-24EC-63C2-D4F0CDC81311}"/>
              </a:ext>
            </a:extLst>
          </p:cNvPr>
          <p:cNvSpPr/>
          <p:nvPr/>
        </p:nvSpPr>
        <p:spPr>
          <a:xfrm>
            <a:off x="311081" y="488244"/>
            <a:ext cx="2370720" cy="1560953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3B43F3-CC2D-2265-50C6-9D7592D91DA7}"/>
              </a:ext>
            </a:extLst>
          </p:cNvPr>
          <p:cNvSpPr/>
          <p:nvPr/>
        </p:nvSpPr>
        <p:spPr>
          <a:xfrm>
            <a:off x="384905" y="787892"/>
            <a:ext cx="2227185" cy="113132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600" b="1" kern="0" dirty="0">
                <a:solidFill>
                  <a:prstClr val="white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lang="zh-CN" altLang="en-US" sz="1600" b="1" kern="0" dirty="0">
              <a:solidFill>
                <a:prstClr val="white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4BABB93-14A9-4DB4-FCAA-C4C1C2B7B514}"/>
              </a:ext>
            </a:extLst>
          </p:cNvPr>
          <p:cNvSpPr/>
          <p:nvPr/>
        </p:nvSpPr>
        <p:spPr>
          <a:xfrm>
            <a:off x="448387" y="1134608"/>
            <a:ext cx="1563037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4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C0AD74C-3376-781B-165A-C98CE3BF065E}"/>
              </a:ext>
            </a:extLst>
          </p:cNvPr>
          <p:cNvSpPr/>
          <p:nvPr/>
        </p:nvSpPr>
        <p:spPr>
          <a:xfrm>
            <a:off x="2051339" y="1134608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A7DAE44-6B32-59F7-0DAC-81F58C1EA818}"/>
              </a:ext>
            </a:extLst>
          </p:cNvPr>
          <p:cNvSpPr/>
          <p:nvPr/>
        </p:nvSpPr>
        <p:spPr>
          <a:xfrm>
            <a:off x="2318936" y="1134608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D40DCAD-6F57-8EF4-2E13-716C55E8C2E5}"/>
              </a:ext>
            </a:extLst>
          </p:cNvPr>
          <p:cNvSpPr/>
          <p:nvPr/>
        </p:nvSpPr>
        <p:spPr>
          <a:xfrm>
            <a:off x="506114" y="1426869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1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375D1F2-6A94-E51D-692A-805B0D397098}"/>
              </a:ext>
            </a:extLst>
          </p:cNvPr>
          <p:cNvSpPr/>
          <p:nvPr/>
        </p:nvSpPr>
        <p:spPr>
          <a:xfrm flipH="1">
            <a:off x="1619458" y="1426869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箭头: 下 51">
            <a:extLst>
              <a:ext uri="{FF2B5EF4-FFF2-40B4-BE49-F238E27FC236}">
                <a16:creationId xmlns:a16="http://schemas.microsoft.com/office/drawing/2014/main" id="{A2194F92-5B13-1FCA-ED0D-5B5C9CEB77BB}"/>
              </a:ext>
            </a:extLst>
          </p:cNvPr>
          <p:cNvSpPr/>
          <p:nvPr/>
        </p:nvSpPr>
        <p:spPr>
          <a:xfrm>
            <a:off x="656811" y="1729551"/>
            <a:ext cx="304394" cy="688315"/>
          </a:xfrm>
          <a:prstGeom prst="downArrow">
            <a:avLst>
              <a:gd name="adj1" fmla="val 69470"/>
              <a:gd name="adj2" fmla="val 48837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Reading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D036A25-3159-F7FF-BDAD-54E5C32740C1}"/>
              </a:ext>
            </a:extLst>
          </p:cNvPr>
          <p:cNvSpPr/>
          <p:nvPr/>
        </p:nvSpPr>
        <p:spPr>
          <a:xfrm flipH="1">
            <a:off x="1773462" y="1426869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7" name="图片 66">
            <a:extLst>
              <a:ext uri="{FF2B5EF4-FFF2-40B4-BE49-F238E27FC236}">
                <a16:creationId xmlns:a16="http://schemas.microsoft.com/office/drawing/2014/main" id="{9B530021-2AB5-8084-42CC-4720A03FA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049" y="821080"/>
            <a:ext cx="295675" cy="298581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EA00B1C-13E2-A822-3E03-02E63E103491}"/>
              </a:ext>
            </a:extLst>
          </p:cNvPr>
          <p:cNvSpPr/>
          <p:nvPr/>
        </p:nvSpPr>
        <p:spPr>
          <a:xfrm>
            <a:off x="2775106" y="501976"/>
            <a:ext cx="1919768" cy="182069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97A2967-999E-822B-C6AB-C86F5BD20FF6}"/>
              </a:ext>
            </a:extLst>
          </p:cNvPr>
          <p:cNvSpPr/>
          <p:nvPr/>
        </p:nvSpPr>
        <p:spPr>
          <a:xfrm>
            <a:off x="5005912" y="501977"/>
            <a:ext cx="3246979" cy="182069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D038F863-32E4-EAE6-F113-614BCEAC0254}"/>
              </a:ext>
            </a:extLst>
          </p:cNvPr>
          <p:cNvSpPr/>
          <p:nvPr/>
        </p:nvSpPr>
        <p:spPr>
          <a:xfrm>
            <a:off x="4348275" y="1913696"/>
            <a:ext cx="1028533" cy="248250"/>
          </a:xfrm>
          <a:prstGeom prst="roundRect">
            <a:avLst>
              <a:gd name="adj" fmla="val 50000"/>
            </a:avLst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3DEBD1C6-D5C2-7CF4-18D7-4063460820E3}"/>
              </a:ext>
            </a:extLst>
          </p:cNvPr>
          <p:cNvSpPr/>
          <p:nvPr/>
        </p:nvSpPr>
        <p:spPr>
          <a:xfrm>
            <a:off x="2922490" y="929651"/>
            <a:ext cx="1463679" cy="1211819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6943C4F-1076-8E6B-57B3-835A772A6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852" y="1010715"/>
            <a:ext cx="534420" cy="53442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FDE2E10-ECA0-14BE-F837-DCB5ED7E1827}"/>
              </a:ext>
            </a:extLst>
          </p:cNvPr>
          <p:cNvGrpSpPr/>
          <p:nvPr/>
        </p:nvGrpSpPr>
        <p:grpSpPr>
          <a:xfrm>
            <a:off x="3728522" y="1373308"/>
            <a:ext cx="436207" cy="438424"/>
            <a:chOff x="7079832" y="2188987"/>
            <a:chExt cx="667891" cy="7075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41D077F9-7167-9A24-B7EA-AF3D8B20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FC40CA9C-738D-3876-ACF7-37968F1F6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272AF27C-04D8-18A8-C6A0-2BDE396A6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345" y="1632332"/>
            <a:ext cx="410725" cy="410725"/>
          </a:xfrm>
          <a:prstGeom prst="rect">
            <a:avLst/>
          </a:prstGeom>
        </p:spPr>
      </p:pic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690B95-F0B3-3A05-0A7E-EB4F6F648D4D}"/>
              </a:ext>
            </a:extLst>
          </p:cNvPr>
          <p:cNvGrpSpPr/>
          <p:nvPr/>
        </p:nvGrpSpPr>
        <p:grpSpPr>
          <a:xfrm>
            <a:off x="5984684" y="1268720"/>
            <a:ext cx="436207" cy="438424"/>
            <a:chOff x="7079832" y="2188987"/>
            <a:chExt cx="667891" cy="7075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982EB95-3CAD-67F6-AFA4-E731A498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FF1C1642-4E8F-32EC-4797-ACAF1EA32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75814343-3FEA-98EB-5D60-507E1DAD0A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507" y="1527744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D7F5582-6FDC-C76C-AD0D-C95F59049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9433" y="946905"/>
            <a:ext cx="590507" cy="590507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BF0270D4-8BFF-562E-1B68-4AA201A8E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7952" y="524687"/>
            <a:ext cx="334416" cy="334416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0217B508-E6D5-8C57-61F7-D3124C0A6657}"/>
              </a:ext>
            </a:extLst>
          </p:cNvPr>
          <p:cNvSpPr/>
          <p:nvPr/>
        </p:nvSpPr>
        <p:spPr>
          <a:xfrm>
            <a:off x="1936386" y="2191912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A8730221-4AE0-E9CB-D53F-C3D00E1285F9}"/>
              </a:ext>
            </a:extLst>
          </p:cNvPr>
          <p:cNvSpPr/>
          <p:nvPr/>
        </p:nvSpPr>
        <p:spPr>
          <a:xfrm>
            <a:off x="1936386" y="2049196"/>
            <a:ext cx="5873062" cy="699978"/>
          </a:xfrm>
          <a:prstGeom prst="bentUpArrow">
            <a:avLst>
              <a:gd name="adj1" fmla="val 15820"/>
              <a:gd name="adj2" fmla="val 21337"/>
              <a:gd name="adj3" fmla="val 32089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D0CEB689-82E6-11FA-A91B-8616E6F0A367}"/>
              </a:ext>
            </a:extLst>
          </p:cNvPr>
          <p:cNvSpPr/>
          <p:nvPr/>
        </p:nvSpPr>
        <p:spPr>
          <a:xfrm>
            <a:off x="2278783" y="2383759"/>
            <a:ext cx="976854" cy="427096"/>
          </a:xfrm>
          <a:prstGeom prst="roundRect">
            <a:avLst>
              <a:gd name="adj" fmla="val 50000"/>
            </a:avLst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lnSpc>
                <a:spcPts val="13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Manager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DC1A39C-CB15-72C6-D943-AF5985FFF787}"/>
              </a:ext>
            </a:extLst>
          </p:cNvPr>
          <p:cNvGrpSpPr/>
          <p:nvPr/>
        </p:nvGrpSpPr>
        <p:grpSpPr>
          <a:xfrm>
            <a:off x="4815426" y="2057079"/>
            <a:ext cx="2697761" cy="545128"/>
            <a:chOff x="4351210" y="4175737"/>
            <a:chExt cx="4025020" cy="583570"/>
          </a:xfrm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9E9C844B-51AE-BEA6-CEA3-6CCF5B661B3D}"/>
                </a:ext>
              </a:extLst>
            </p:cNvPr>
            <p:cNvSpPr/>
            <p:nvPr/>
          </p:nvSpPr>
          <p:spPr>
            <a:xfrm>
              <a:off x="5172720" y="4175737"/>
              <a:ext cx="3203510" cy="583570"/>
            </a:xfrm>
            <a:prstGeom prst="bentUpArrow">
              <a:avLst>
                <a:gd name="adj1" fmla="val 18326"/>
                <a:gd name="adj2" fmla="val 23204"/>
                <a:gd name="adj3" fmla="val 40079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20D45E9-B91E-EE9B-21A4-E4FD93863155}"/>
                </a:ext>
              </a:extLst>
            </p:cNvPr>
            <p:cNvSpPr/>
            <p:nvPr/>
          </p:nvSpPr>
          <p:spPr>
            <a:xfrm flipH="1">
              <a:off x="4351210" y="4348371"/>
              <a:ext cx="3608660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5" name="矩形: 圆角 334">
            <a:extLst>
              <a:ext uri="{FF2B5EF4-FFF2-40B4-BE49-F238E27FC236}">
                <a16:creationId xmlns:a16="http://schemas.microsoft.com/office/drawing/2014/main" id="{64D78AB8-E969-346C-404D-43E88F7CCAA2}"/>
              </a:ext>
            </a:extLst>
          </p:cNvPr>
          <p:cNvSpPr/>
          <p:nvPr/>
        </p:nvSpPr>
        <p:spPr>
          <a:xfrm flipH="1">
            <a:off x="751269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6" name="矩形: 圆角 335">
            <a:extLst>
              <a:ext uri="{FF2B5EF4-FFF2-40B4-BE49-F238E27FC236}">
                <a16:creationId xmlns:a16="http://schemas.microsoft.com/office/drawing/2014/main" id="{29BAEFD8-FEEC-D487-2779-BDE3562A363A}"/>
              </a:ext>
            </a:extLst>
          </p:cNvPr>
          <p:cNvSpPr/>
          <p:nvPr/>
        </p:nvSpPr>
        <p:spPr>
          <a:xfrm flipH="1">
            <a:off x="906478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7" name="矩形: 圆角 336">
            <a:extLst>
              <a:ext uri="{FF2B5EF4-FFF2-40B4-BE49-F238E27FC236}">
                <a16:creationId xmlns:a16="http://schemas.microsoft.com/office/drawing/2014/main" id="{2D7DDAB6-CE9A-4F55-F4D7-31751770C1C5}"/>
              </a:ext>
            </a:extLst>
          </p:cNvPr>
          <p:cNvSpPr/>
          <p:nvPr/>
        </p:nvSpPr>
        <p:spPr>
          <a:xfrm flipH="1">
            <a:off x="1061687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08992EB4-E871-C1CC-E152-23468D77E172}"/>
              </a:ext>
            </a:extLst>
          </p:cNvPr>
          <p:cNvSpPr/>
          <p:nvPr/>
        </p:nvSpPr>
        <p:spPr>
          <a:xfrm flipH="1">
            <a:off x="1216896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6415B3D0-8AE5-D53E-67B5-1224B84A9337}"/>
              </a:ext>
            </a:extLst>
          </p:cNvPr>
          <p:cNvSpPr/>
          <p:nvPr/>
        </p:nvSpPr>
        <p:spPr>
          <a:xfrm flipH="1">
            <a:off x="1372106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CC1AE87D-08F1-A7D6-CF56-08FD450D3FC7}"/>
              </a:ext>
            </a:extLst>
          </p:cNvPr>
          <p:cNvSpPr/>
          <p:nvPr/>
        </p:nvSpPr>
        <p:spPr>
          <a:xfrm flipH="1">
            <a:off x="1527315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35251B52-10D2-AE39-04BE-A3E87BA65969}"/>
              </a:ext>
            </a:extLst>
          </p:cNvPr>
          <p:cNvSpPr/>
          <p:nvPr/>
        </p:nvSpPr>
        <p:spPr>
          <a:xfrm flipH="1">
            <a:off x="1682524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735C336D-09E7-253F-8C97-1EB321498CAC}"/>
              </a:ext>
            </a:extLst>
          </p:cNvPr>
          <p:cNvSpPr/>
          <p:nvPr/>
        </p:nvSpPr>
        <p:spPr>
          <a:xfrm flipH="1">
            <a:off x="1837733" y="244032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A597CA6D-F60C-E3B6-CEE3-A15C51D544A2}"/>
              </a:ext>
            </a:extLst>
          </p:cNvPr>
          <p:cNvSpPr/>
          <p:nvPr/>
        </p:nvSpPr>
        <p:spPr>
          <a:xfrm>
            <a:off x="6208870" y="880856"/>
            <a:ext cx="1124986" cy="316995"/>
          </a:xfrm>
          <a:prstGeom prst="leftRightArrow">
            <a:avLst>
              <a:gd name="adj1" fmla="val 39317"/>
              <a:gd name="adj2" fmla="val 50000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Interacting</a:t>
            </a:r>
            <a:endParaRPr lang="zh-CN" alt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5A599BBB-195A-C9A8-6A71-9CAAD5691C88}"/>
              </a:ext>
            </a:extLst>
          </p:cNvPr>
          <p:cNvSpPr/>
          <p:nvPr/>
        </p:nvSpPr>
        <p:spPr>
          <a:xfrm>
            <a:off x="5043576" y="905695"/>
            <a:ext cx="1535009" cy="123141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9482F806-7AFC-4F15-C882-2447E6B776B4}"/>
              </a:ext>
            </a:extLst>
          </p:cNvPr>
          <p:cNvSpPr/>
          <p:nvPr/>
        </p:nvSpPr>
        <p:spPr>
          <a:xfrm>
            <a:off x="3575296" y="1047416"/>
            <a:ext cx="1703392" cy="37773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420ED5D7-62B6-0398-ED9A-BFB26EC1462A}"/>
              </a:ext>
            </a:extLst>
          </p:cNvPr>
          <p:cNvSpPr/>
          <p:nvPr/>
        </p:nvSpPr>
        <p:spPr>
          <a:xfrm>
            <a:off x="4377367" y="1590412"/>
            <a:ext cx="1044472" cy="316995"/>
          </a:xfrm>
          <a:prstGeom prst="left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A9E32536-C2DA-9968-3FF3-00B825ADC9B2}"/>
              </a:ext>
            </a:extLst>
          </p:cNvPr>
          <p:cNvSpPr/>
          <p:nvPr/>
        </p:nvSpPr>
        <p:spPr>
          <a:xfrm rot="5400000" flipH="1">
            <a:off x="5685923" y="1304796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CB407AC2-D760-65F8-72D4-387459777C30}"/>
              </a:ext>
            </a:extLst>
          </p:cNvPr>
          <p:cNvSpPr/>
          <p:nvPr/>
        </p:nvSpPr>
        <p:spPr>
          <a:xfrm rot="5400000">
            <a:off x="6530498" y="1322375"/>
            <a:ext cx="275898" cy="1183451"/>
          </a:xfrm>
          <a:prstGeom prst="downArrow">
            <a:avLst>
              <a:gd name="adj1" fmla="val 38782"/>
              <a:gd name="adj2" fmla="val 48837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35B17428-17FD-AE32-255B-AD229BC71DD3}"/>
              </a:ext>
            </a:extLst>
          </p:cNvPr>
          <p:cNvSpPr/>
          <p:nvPr/>
        </p:nvSpPr>
        <p:spPr>
          <a:xfrm>
            <a:off x="6591460" y="1346622"/>
            <a:ext cx="827465" cy="253926"/>
          </a:xfrm>
          <a:prstGeom prst="rightArrow">
            <a:avLst>
              <a:gd name="adj1" fmla="val 58373"/>
              <a:gd name="adj2" fmla="val 615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Execution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5D0D006F-32BB-F91D-0071-C8A46AD3EDE1}"/>
              </a:ext>
            </a:extLst>
          </p:cNvPr>
          <p:cNvSpPr/>
          <p:nvPr/>
        </p:nvSpPr>
        <p:spPr>
          <a:xfrm>
            <a:off x="7132544" y="1725445"/>
            <a:ext cx="987941" cy="340181"/>
          </a:xfrm>
          <a:prstGeom prst="roundRect">
            <a:avLst>
              <a:gd name="adj" fmla="val 50000"/>
            </a:avLst>
          </a:prstGeom>
          <a:solidFill>
            <a:sysClr val="window" lastClr="FFFFFF">
              <a:lumMod val="85000"/>
            </a:sysClr>
          </a:solidFill>
          <a:ln w="22225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lnSpc>
                <a:spcPts val="10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Executor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347" name="组合 346">
            <a:extLst>
              <a:ext uri="{FF2B5EF4-FFF2-40B4-BE49-F238E27FC236}">
                <a16:creationId xmlns:a16="http://schemas.microsoft.com/office/drawing/2014/main" id="{D6F625CC-4547-C1FB-04CD-89A7AD8DDB22}"/>
              </a:ext>
            </a:extLst>
          </p:cNvPr>
          <p:cNvGrpSpPr/>
          <p:nvPr/>
        </p:nvGrpSpPr>
        <p:grpSpPr>
          <a:xfrm>
            <a:off x="7392944" y="854060"/>
            <a:ext cx="599688" cy="633921"/>
            <a:chOff x="7088031" y="6351077"/>
            <a:chExt cx="599688" cy="633921"/>
          </a:xfrm>
        </p:grpSpPr>
        <p:sp>
          <p:nvSpPr>
            <p:cNvPr id="346" name="Rectangle: Rounded Corners 169">
              <a:extLst>
                <a:ext uri="{FF2B5EF4-FFF2-40B4-BE49-F238E27FC236}">
                  <a16:creationId xmlns:a16="http://schemas.microsoft.com/office/drawing/2014/main" id="{2336CC30-12A6-C645-54AA-E156CEBE9FFA}"/>
                </a:ext>
              </a:extLst>
            </p:cNvPr>
            <p:cNvSpPr/>
            <p:nvPr/>
          </p:nvSpPr>
          <p:spPr>
            <a:xfrm>
              <a:off x="7088031" y="6351077"/>
              <a:ext cx="599688" cy="633921"/>
            </a:xfrm>
            <a:prstGeom prst="roundRect">
              <a:avLst>
                <a:gd name="adj" fmla="val 50000"/>
              </a:avLst>
            </a:prstGeom>
            <a:solidFill>
              <a:sysClr val="window" lastClr="FFFFFF">
                <a:lumMod val="85000"/>
              </a:sysClr>
            </a:solidFill>
            <a:ln w="25400" cap="rnd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lIns="0" tIns="0" rIns="0" bIns="0" rtlCol="0" anchor="b"/>
            <a:lstStyle/>
            <a:p>
              <a:pPr algn="ctr"/>
              <a:r>
                <a:rPr lang="en-US" altLang="zh-CN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zh-CN" altLang="zh-CN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5242A32B-C646-75C8-C114-E3CAA57C8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0842" y="6384795"/>
              <a:ext cx="396565" cy="396565"/>
            </a:xfrm>
            <a:prstGeom prst="rect">
              <a:avLst/>
            </a:prstGeom>
          </p:spPr>
        </p:pic>
      </p:grpSp>
      <p:sp>
        <p:nvSpPr>
          <p:cNvPr id="361" name="矩形: 圆角 360">
            <a:extLst>
              <a:ext uri="{FF2B5EF4-FFF2-40B4-BE49-F238E27FC236}">
                <a16:creationId xmlns:a16="http://schemas.microsoft.com/office/drawing/2014/main" id="{F25814C5-EA90-0AAE-2545-E691A72ECAF6}"/>
              </a:ext>
            </a:extLst>
          </p:cNvPr>
          <p:cNvSpPr/>
          <p:nvPr/>
        </p:nvSpPr>
        <p:spPr>
          <a:xfrm rot="5400000" flipH="1">
            <a:off x="5915478" y="1726862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0E40DBC9-985E-8A8F-0A26-1DD51C7379D1}"/>
              </a:ext>
            </a:extLst>
          </p:cNvPr>
          <p:cNvSpPr/>
          <p:nvPr/>
        </p:nvSpPr>
        <p:spPr>
          <a:xfrm rot="5400000" flipH="1">
            <a:off x="6336801" y="1346890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64" name="图片 363">
            <a:extLst>
              <a:ext uri="{FF2B5EF4-FFF2-40B4-BE49-F238E27FC236}">
                <a16:creationId xmlns:a16="http://schemas.microsoft.com/office/drawing/2014/main" id="{67226387-8D4F-B377-3E34-2E82CE5E3B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1360" y="533531"/>
            <a:ext cx="334416" cy="33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40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</TotalTime>
  <Words>39</Words>
  <Application>Microsoft Office PowerPoint</Application>
  <PresentationFormat>自定义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Zhengyang Zhu</dc:creator>
  <cp:lastModifiedBy>Zhengyang Zhu</cp:lastModifiedBy>
  <cp:revision>1</cp:revision>
  <dcterms:created xsi:type="dcterms:W3CDTF">2025-11-07T12:56:43Z</dcterms:created>
  <dcterms:modified xsi:type="dcterms:W3CDTF">2025-11-07T13:01:11Z</dcterms:modified>
</cp:coreProperties>
</file>