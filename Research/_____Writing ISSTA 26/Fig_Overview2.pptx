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C8FE"/>
    <a:srgbClr val="5AC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>
        <p:scale>
          <a:sx n="150" d="100"/>
          <a:sy n="150" d="100"/>
        </p:scale>
        <p:origin x="72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253149-5B95-4209-9462-F1B36712D1EF}" type="doc">
      <dgm:prSet loTypeId="urn:microsoft.com/office/officeart/2005/8/layout/hierarchy2" loCatId="hierarchy" qsTypeId="urn:microsoft.com/office/officeart/2005/8/quickstyle/3d5" qsCatId="3D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2C0550AF-F8B3-4778-8C1D-73E901815F6A}">
      <dgm:prSet phldrT="[文本]" phldr="0" custT="1"/>
      <dgm:spPr/>
      <dgm:t>
        <a:bodyPr/>
        <a:lstStyle/>
        <a:p>
          <a:r>
            <a:rPr lang="en-US" altLang="zh-CN" sz="1400" dirty="0">
              <a:latin typeface="Arial" panose="020B0604020202020204" pitchFamily="34" charset="0"/>
              <a:cs typeface="Arial" panose="020B0604020202020204" pitchFamily="34" charset="0"/>
            </a:rPr>
            <a:t>Action Unit</a:t>
          </a:r>
          <a:endParaRPr lang="zh-CN" alt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32614F9-585C-4E9B-81F9-C8219DC4056F}" type="parTrans" cxnId="{E4AF8899-FA51-461C-8AC1-7F41E230D50C}">
      <dgm:prSet/>
      <dgm:spPr/>
      <dgm:t>
        <a:bodyPr/>
        <a:lstStyle/>
        <a:p>
          <a:endParaRPr lang="zh-CN" altLang="en-US" sz="1200"/>
        </a:p>
      </dgm:t>
    </dgm:pt>
    <dgm:pt modelId="{428B45C1-F040-4AF6-94D9-2011CDB342BC}" type="sibTrans" cxnId="{E4AF8899-FA51-461C-8AC1-7F41E230D50C}">
      <dgm:prSet/>
      <dgm:spPr/>
      <dgm:t>
        <a:bodyPr/>
        <a:lstStyle/>
        <a:p>
          <a:endParaRPr lang="zh-CN" altLang="en-US" sz="1200"/>
        </a:p>
      </dgm:t>
    </dgm:pt>
    <dgm:pt modelId="{E41F2347-10DA-4DC3-B719-FF29D49695D2}">
      <dgm:prSet phldrT="[文本]" phldr="0" custT="1"/>
      <dgm:spPr/>
      <dgm:t>
        <a:bodyPr/>
        <a:lstStyle/>
        <a:p>
          <a:r>
            <a:rPr lang="en-US" altLang="zh-CN" sz="1200" dirty="0">
              <a:latin typeface="Arial" panose="020B0604020202020204" pitchFamily="34" charset="0"/>
              <a:cs typeface="Arial" panose="020B0604020202020204" pitchFamily="34" charset="0"/>
            </a:rPr>
            <a:t>Action Type</a:t>
          </a:r>
          <a:endParaRPr lang="zh-CN" alt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9671FB-CE0B-46D3-A31C-465BD9854EF8}" type="parTrans" cxnId="{6E6B0919-00A4-4534-8606-ABDC7FDAC46C}">
      <dgm:prSet custT="1"/>
      <dgm:spPr/>
      <dgm:t>
        <a:bodyPr/>
        <a:lstStyle/>
        <a:p>
          <a:endParaRPr lang="zh-CN" altLang="en-US" sz="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3BBB98-0652-4D06-A494-D9AD18CF03CB}" type="sibTrans" cxnId="{6E6B0919-00A4-4534-8606-ABDC7FDAC46C}">
      <dgm:prSet/>
      <dgm:spPr/>
      <dgm:t>
        <a:bodyPr/>
        <a:lstStyle/>
        <a:p>
          <a:endParaRPr lang="zh-CN" altLang="en-US" sz="1200"/>
        </a:p>
      </dgm:t>
    </dgm:pt>
    <dgm:pt modelId="{77B44DFE-6CD7-401D-9D7F-4F0C3633F1BE}">
      <dgm:prSet phldrT="[文本]" phldr="0" custT="1"/>
      <dgm:spPr/>
      <dgm:t>
        <a:bodyPr/>
        <a:lstStyle/>
        <a:p>
          <a:r>
            <a:rPr lang="en-US" altLang="zh-CN" sz="1200" dirty="0">
              <a:latin typeface="Arial" panose="020B0604020202020204" pitchFamily="34" charset="0"/>
              <a:cs typeface="Arial" panose="020B0604020202020204" pitchFamily="34" charset="0"/>
            </a:rPr>
            <a:t>Object IDs</a:t>
          </a:r>
          <a:endParaRPr lang="zh-CN" alt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C0A4F5-DDCC-47CF-8731-4D51693D2FD6}" type="parTrans" cxnId="{D94C5445-2E48-47DD-8493-A6BF05DE201D}">
      <dgm:prSet custT="1"/>
      <dgm:spPr/>
      <dgm:t>
        <a:bodyPr/>
        <a:lstStyle/>
        <a:p>
          <a:endParaRPr lang="zh-CN" altLang="en-US" sz="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EE1898-D9C4-4F0A-8313-7DFDA59AB4D7}" type="sibTrans" cxnId="{D94C5445-2E48-47DD-8493-A6BF05DE201D}">
      <dgm:prSet/>
      <dgm:spPr/>
      <dgm:t>
        <a:bodyPr/>
        <a:lstStyle/>
        <a:p>
          <a:endParaRPr lang="zh-CN" altLang="en-US" sz="1200"/>
        </a:p>
      </dgm:t>
    </dgm:pt>
    <dgm:pt modelId="{8EE41F55-182F-4A7F-BD82-B7EFC35713D2}">
      <dgm:prSet phldrT="[文本]" phldr="0" custT="1"/>
      <dgm:spPr/>
      <dgm:t>
        <a:bodyPr/>
        <a:lstStyle/>
        <a:p>
          <a:r>
            <a:rPr lang="en-US" altLang="zh-CN" sz="1200" dirty="0">
              <a:latin typeface="Arial" panose="020B0604020202020204" pitchFamily="34" charset="0"/>
              <a:cs typeface="Arial" panose="020B0604020202020204" pitchFamily="34" charset="0"/>
            </a:rPr>
            <a:t>Parameters</a:t>
          </a:r>
          <a:endParaRPr lang="zh-CN" alt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AA9218-85C0-4705-BC1E-C37B6991321B}" type="parTrans" cxnId="{783082FF-4084-47EF-96B8-3BF6349CFB41}">
      <dgm:prSet custT="1"/>
      <dgm:spPr/>
      <dgm:t>
        <a:bodyPr/>
        <a:lstStyle/>
        <a:p>
          <a:endParaRPr lang="zh-CN" altLang="en-US" sz="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7D429D-FDDF-4F2C-B917-6D670C901E36}" type="sibTrans" cxnId="{783082FF-4084-47EF-96B8-3BF6349CFB41}">
      <dgm:prSet/>
      <dgm:spPr/>
      <dgm:t>
        <a:bodyPr/>
        <a:lstStyle/>
        <a:p>
          <a:endParaRPr lang="zh-CN" altLang="en-US" sz="1200"/>
        </a:p>
      </dgm:t>
    </dgm:pt>
    <dgm:pt modelId="{1730DCDA-AA46-4BC9-9592-81DD4EB88957}">
      <dgm:prSet phldrT="[文本]" phldr="0" custT="1"/>
      <dgm:spPr/>
      <dgm:t>
        <a:bodyPr/>
        <a:lstStyle/>
        <a:p>
          <a:r>
            <a:rPr lang="en-US" altLang="zh-CN" sz="1200" dirty="0">
              <a:latin typeface="Arial" panose="020B0604020202020204" pitchFamily="34" charset="0"/>
              <a:cs typeface="Arial" panose="020B0604020202020204" pitchFamily="34" charset="0"/>
            </a:rPr>
            <a:t>Script ID</a:t>
          </a:r>
          <a:endParaRPr lang="zh-CN" alt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DC7951-03A9-4812-8D87-6E2F67C60CA4}" type="parTrans" cxnId="{6CB0B0BE-9934-4DD7-ABA0-D866A5AA8071}">
      <dgm:prSet custT="1"/>
      <dgm:spPr/>
      <dgm:t>
        <a:bodyPr/>
        <a:lstStyle/>
        <a:p>
          <a:endParaRPr lang="zh-CN" altLang="en-US" sz="200"/>
        </a:p>
      </dgm:t>
    </dgm:pt>
    <dgm:pt modelId="{1A242F54-998E-41D5-B6A7-09D39BD014B4}" type="sibTrans" cxnId="{6CB0B0BE-9934-4DD7-ABA0-D866A5AA8071}">
      <dgm:prSet/>
      <dgm:spPr/>
      <dgm:t>
        <a:bodyPr/>
        <a:lstStyle/>
        <a:p>
          <a:endParaRPr lang="zh-CN" altLang="en-US" sz="1200"/>
        </a:p>
      </dgm:t>
    </dgm:pt>
    <dgm:pt modelId="{263E1D63-45D9-410F-B751-CB496878DFEE}">
      <dgm:prSet phldrT="[文本]" phldr="0" custT="1"/>
      <dgm:spPr/>
      <dgm:t>
        <a:bodyPr/>
        <a:lstStyle/>
        <a:p>
          <a:r>
            <a:rPr lang="en-US" altLang="zh-CN" sz="1200">
              <a:latin typeface="Arial" panose="020B0604020202020204" pitchFamily="34" charset="0"/>
              <a:cs typeface="Arial" panose="020B0604020202020204" pitchFamily="34" charset="0"/>
            </a:rPr>
            <a:t>Object ID</a:t>
          </a:r>
          <a:endParaRPr lang="zh-CN" alt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915B48-D0D7-4EBE-B61D-479591BAFF67}" type="parTrans" cxnId="{68C84BF0-9D18-4479-86B2-0402907C6F53}">
      <dgm:prSet custT="1"/>
      <dgm:spPr/>
      <dgm:t>
        <a:bodyPr/>
        <a:lstStyle/>
        <a:p>
          <a:endParaRPr lang="zh-CN" altLang="en-US" sz="200"/>
        </a:p>
      </dgm:t>
    </dgm:pt>
    <dgm:pt modelId="{319CF898-0788-4D14-B617-2F3A60B1D2F5}" type="sibTrans" cxnId="{68C84BF0-9D18-4479-86B2-0402907C6F53}">
      <dgm:prSet/>
      <dgm:spPr/>
      <dgm:t>
        <a:bodyPr/>
        <a:lstStyle/>
        <a:p>
          <a:endParaRPr lang="zh-CN" altLang="en-US" sz="1200"/>
        </a:p>
      </dgm:t>
    </dgm:pt>
    <dgm:pt modelId="{80DA65B1-30C8-4B0C-8B91-36F53F6F4900}" type="pres">
      <dgm:prSet presAssocID="{82253149-5B95-4209-9462-F1B36712D1E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3397B83-1852-490A-B3DC-EF2455D1B555}" type="pres">
      <dgm:prSet presAssocID="{2C0550AF-F8B3-4778-8C1D-73E901815F6A}" presName="root1" presStyleCnt="0"/>
      <dgm:spPr/>
    </dgm:pt>
    <dgm:pt modelId="{E8974A61-67F3-4F57-B47E-A906B9FB4674}" type="pres">
      <dgm:prSet presAssocID="{2C0550AF-F8B3-4778-8C1D-73E901815F6A}" presName="LevelOneTextNode" presStyleLbl="node0" presStyleIdx="0" presStyleCnt="1">
        <dgm:presLayoutVars>
          <dgm:chPref val="3"/>
        </dgm:presLayoutVars>
      </dgm:prSet>
      <dgm:spPr/>
    </dgm:pt>
    <dgm:pt modelId="{94F081E8-97B2-4FA6-89AA-771F46BD1CD3}" type="pres">
      <dgm:prSet presAssocID="{2C0550AF-F8B3-4778-8C1D-73E901815F6A}" presName="level2hierChild" presStyleCnt="0"/>
      <dgm:spPr/>
    </dgm:pt>
    <dgm:pt modelId="{821F8BA2-6D75-4685-B4E7-28BCBC090A9B}" type="pres">
      <dgm:prSet presAssocID="{759671FB-CE0B-46D3-A31C-465BD9854EF8}" presName="conn2-1" presStyleLbl="parChTrans1D2" presStyleIdx="0" presStyleCnt="3"/>
      <dgm:spPr/>
    </dgm:pt>
    <dgm:pt modelId="{16A68FCB-FDB4-4FC8-9858-C3D530359CBE}" type="pres">
      <dgm:prSet presAssocID="{759671FB-CE0B-46D3-A31C-465BD9854EF8}" presName="connTx" presStyleLbl="parChTrans1D2" presStyleIdx="0" presStyleCnt="3"/>
      <dgm:spPr/>
    </dgm:pt>
    <dgm:pt modelId="{8AB704F1-4DBD-4C91-80F6-FD6FD4DD1829}" type="pres">
      <dgm:prSet presAssocID="{E41F2347-10DA-4DC3-B719-FF29D49695D2}" presName="root2" presStyleCnt="0"/>
      <dgm:spPr/>
    </dgm:pt>
    <dgm:pt modelId="{643A3E4F-42E0-4536-B4A2-E6F2B769DA74}" type="pres">
      <dgm:prSet presAssocID="{E41F2347-10DA-4DC3-B719-FF29D49695D2}" presName="LevelTwoTextNode" presStyleLbl="node2" presStyleIdx="0" presStyleCnt="3">
        <dgm:presLayoutVars>
          <dgm:chPref val="3"/>
        </dgm:presLayoutVars>
      </dgm:prSet>
      <dgm:spPr/>
    </dgm:pt>
    <dgm:pt modelId="{2B9C2122-0FE1-4A39-A466-799D7B06402E}" type="pres">
      <dgm:prSet presAssocID="{E41F2347-10DA-4DC3-B719-FF29D49695D2}" presName="level3hierChild" presStyleCnt="0"/>
      <dgm:spPr/>
    </dgm:pt>
    <dgm:pt modelId="{7DAD669D-5C12-4299-AA2F-7454A5FE13ED}" type="pres">
      <dgm:prSet presAssocID="{C6C0A4F5-DDCC-47CF-8731-4D51693D2FD6}" presName="conn2-1" presStyleLbl="parChTrans1D2" presStyleIdx="1" presStyleCnt="3"/>
      <dgm:spPr/>
    </dgm:pt>
    <dgm:pt modelId="{58C88152-100B-4DF7-AA01-1357EC2416C3}" type="pres">
      <dgm:prSet presAssocID="{C6C0A4F5-DDCC-47CF-8731-4D51693D2FD6}" presName="connTx" presStyleLbl="parChTrans1D2" presStyleIdx="1" presStyleCnt="3"/>
      <dgm:spPr/>
    </dgm:pt>
    <dgm:pt modelId="{215DAF14-EA02-408D-9DC1-4BE0DAF02A9F}" type="pres">
      <dgm:prSet presAssocID="{77B44DFE-6CD7-401D-9D7F-4F0C3633F1BE}" presName="root2" presStyleCnt="0"/>
      <dgm:spPr/>
    </dgm:pt>
    <dgm:pt modelId="{A1E7F07E-8E44-4047-9B38-9BC0C5CB93C1}" type="pres">
      <dgm:prSet presAssocID="{77B44DFE-6CD7-401D-9D7F-4F0C3633F1BE}" presName="LevelTwoTextNode" presStyleLbl="node2" presStyleIdx="1" presStyleCnt="3">
        <dgm:presLayoutVars>
          <dgm:chPref val="3"/>
        </dgm:presLayoutVars>
      </dgm:prSet>
      <dgm:spPr/>
    </dgm:pt>
    <dgm:pt modelId="{D2405150-5516-40F0-B9AB-BB77A9CCF13B}" type="pres">
      <dgm:prSet presAssocID="{77B44DFE-6CD7-401D-9D7F-4F0C3633F1BE}" presName="level3hierChild" presStyleCnt="0"/>
      <dgm:spPr/>
    </dgm:pt>
    <dgm:pt modelId="{D08DEE33-4CFD-491A-BC0C-7A0A22892846}" type="pres">
      <dgm:prSet presAssocID="{B6DC7951-03A9-4812-8D87-6E2F67C60CA4}" presName="conn2-1" presStyleLbl="parChTrans1D3" presStyleIdx="0" presStyleCnt="2"/>
      <dgm:spPr/>
    </dgm:pt>
    <dgm:pt modelId="{6F251B76-EB15-4B3C-88C5-CEB58BB1D003}" type="pres">
      <dgm:prSet presAssocID="{B6DC7951-03A9-4812-8D87-6E2F67C60CA4}" presName="connTx" presStyleLbl="parChTrans1D3" presStyleIdx="0" presStyleCnt="2"/>
      <dgm:spPr/>
    </dgm:pt>
    <dgm:pt modelId="{13426535-4BEA-4BB8-8111-2B978A0FB7A0}" type="pres">
      <dgm:prSet presAssocID="{1730DCDA-AA46-4BC9-9592-81DD4EB88957}" presName="root2" presStyleCnt="0"/>
      <dgm:spPr/>
    </dgm:pt>
    <dgm:pt modelId="{F907CF16-5DE2-4D96-9101-7D8372135C65}" type="pres">
      <dgm:prSet presAssocID="{1730DCDA-AA46-4BC9-9592-81DD4EB88957}" presName="LevelTwoTextNode" presStyleLbl="node3" presStyleIdx="0" presStyleCnt="2">
        <dgm:presLayoutVars>
          <dgm:chPref val="3"/>
        </dgm:presLayoutVars>
      </dgm:prSet>
      <dgm:spPr/>
    </dgm:pt>
    <dgm:pt modelId="{8564A31E-48FE-4A2F-BC83-2531DD61C2DB}" type="pres">
      <dgm:prSet presAssocID="{1730DCDA-AA46-4BC9-9592-81DD4EB88957}" presName="level3hierChild" presStyleCnt="0"/>
      <dgm:spPr/>
    </dgm:pt>
    <dgm:pt modelId="{77CBC3D0-D702-456F-BFAE-E09A1E7A97A3}" type="pres">
      <dgm:prSet presAssocID="{9A915B48-D0D7-4EBE-B61D-479591BAFF67}" presName="conn2-1" presStyleLbl="parChTrans1D3" presStyleIdx="1" presStyleCnt="2"/>
      <dgm:spPr/>
    </dgm:pt>
    <dgm:pt modelId="{41E0FFA5-0C76-4D9A-9D9E-BCCDE1D681A8}" type="pres">
      <dgm:prSet presAssocID="{9A915B48-D0D7-4EBE-B61D-479591BAFF67}" presName="connTx" presStyleLbl="parChTrans1D3" presStyleIdx="1" presStyleCnt="2"/>
      <dgm:spPr/>
    </dgm:pt>
    <dgm:pt modelId="{427D1A63-BA2B-4F1A-8D0B-CEB312F0FE9F}" type="pres">
      <dgm:prSet presAssocID="{263E1D63-45D9-410F-B751-CB496878DFEE}" presName="root2" presStyleCnt="0"/>
      <dgm:spPr/>
    </dgm:pt>
    <dgm:pt modelId="{264068CB-3E68-49ED-8910-525746E5C4F4}" type="pres">
      <dgm:prSet presAssocID="{263E1D63-45D9-410F-B751-CB496878DFEE}" presName="LevelTwoTextNode" presStyleLbl="node3" presStyleIdx="1" presStyleCnt="2">
        <dgm:presLayoutVars>
          <dgm:chPref val="3"/>
        </dgm:presLayoutVars>
      </dgm:prSet>
      <dgm:spPr/>
    </dgm:pt>
    <dgm:pt modelId="{00A7F380-0129-465C-89C2-382EEB5462E5}" type="pres">
      <dgm:prSet presAssocID="{263E1D63-45D9-410F-B751-CB496878DFEE}" presName="level3hierChild" presStyleCnt="0"/>
      <dgm:spPr/>
    </dgm:pt>
    <dgm:pt modelId="{14D4FAA1-632C-46F2-ADE8-6EE96409A3BD}" type="pres">
      <dgm:prSet presAssocID="{13AA9218-85C0-4705-BC1E-C37B6991321B}" presName="conn2-1" presStyleLbl="parChTrans1D2" presStyleIdx="2" presStyleCnt="3"/>
      <dgm:spPr/>
    </dgm:pt>
    <dgm:pt modelId="{D988DB34-48D8-4FFB-AB65-3B8C7B8189A3}" type="pres">
      <dgm:prSet presAssocID="{13AA9218-85C0-4705-BC1E-C37B6991321B}" presName="connTx" presStyleLbl="parChTrans1D2" presStyleIdx="2" presStyleCnt="3"/>
      <dgm:spPr/>
    </dgm:pt>
    <dgm:pt modelId="{E0B301DB-A64A-476A-A935-9F0BB6DBD491}" type="pres">
      <dgm:prSet presAssocID="{8EE41F55-182F-4A7F-BD82-B7EFC35713D2}" presName="root2" presStyleCnt="0"/>
      <dgm:spPr/>
    </dgm:pt>
    <dgm:pt modelId="{AB6AF5DD-AD08-4FEA-BE2E-7FAAA175FD75}" type="pres">
      <dgm:prSet presAssocID="{8EE41F55-182F-4A7F-BD82-B7EFC35713D2}" presName="LevelTwoTextNode" presStyleLbl="node2" presStyleIdx="2" presStyleCnt="3">
        <dgm:presLayoutVars>
          <dgm:chPref val="3"/>
        </dgm:presLayoutVars>
      </dgm:prSet>
      <dgm:spPr/>
    </dgm:pt>
    <dgm:pt modelId="{3FBEDA42-0DF6-4169-9D45-33D852428D0D}" type="pres">
      <dgm:prSet presAssocID="{8EE41F55-182F-4A7F-BD82-B7EFC35713D2}" presName="level3hierChild" presStyleCnt="0"/>
      <dgm:spPr/>
    </dgm:pt>
  </dgm:ptLst>
  <dgm:cxnLst>
    <dgm:cxn modelId="{087F4817-126C-4B72-96DF-BC504B85E88A}" type="presOf" srcId="{759671FB-CE0B-46D3-A31C-465BD9854EF8}" destId="{16A68FCB-FDB4-4FC8-9858-C3D530359CBE}" srcOrd="1" destOrd="0" presId="urn:microsoft.com/office/officeart/2005/8/layout/hierarchy2"/>
    <dgm:cxn modelId="{6E6B0919-00A4-4534-8606-ABDC7FDAC46C}" srcId="{2C0550AF-F8B3-4778-8C1D-73E901815F6A}" destId="{E41F2347-10DA-4DC3-B719-FF29D49695D2}" srcOrd="0" destOrd="0" parTransId="{759671FB-CE0B-46D3-A31C-465BD9854EF8}" sibTransId="{8A3BBB98-0652-4D06-A494-D9AD18CF03CB}"/>
    <dgm:cxn modelId="{F8FED42D-4484-46F4-8588-EE3F42D851E7}" type="presOf" srcId="{B6DC7951-03A9-4812-8D87-6E2F67C60CA4}" destId="{6F251B76-EB15-4B3C-88C5-CEB58BB1D003}" srcOrd="1" destOrd="0" presId="urn:microsoft.com/office/officeart/2005/8/layout/hierarchy2"/>
    <dgm:cxn modelId="{CB85283F-1603-4969-A8A3-473CC874226F}" type="presOf" srcId="{C6C0A4F5-DDCC-47CF-8731-4D51693D2FD6}" destId="{7DAD669D-5C12-4299-AA2F-7454A5FE13ED}" srcOrd="0" destOrd="0" presId="urn:microsoft.com/office/officeart/2005/8/layout/hierarchy2"/>
    <dgm:cxn modelId="{D94C5445-2E48-47DD-8493-A6BF05DE201D}" srcId="{2C0550AF-F8B3-4778-8C1D-73E901815F6A}" destId="{77B44DFE-6CD7-401D-9D7F-4F0C3633F1BE}" srcOrd="1" destOrd="0" parTransId="{C6C0A4F5-DDCC-47CF-8731-4D51693D2FD6}" sibTransId="{1FEE1898-D9C4-4F0A-8313-7DFDA59AB4D7}"/>
    <dgm:cxn modelId="{B6707271-E527-4CC7-88CD-7D00850874AE}" type="presOf" srcId="{759671FB-CE0B-46D3-A31C-465BD9854EF8}" destId="{821F8BA2-6D75-4685-B4E7-28BCBC090A9B}" srcOrd="0" destOrd="0" presId="urn:microsoft.com/office/officeart/2005/8/layout/hierarchy2"/>
    <dgm:cxn modelId="{4BCD5675-CEB6-435F-8869-016778E38FDA}" type="presOf" srcId="{9A915B48-D0D7-4EBE-B61D-479591BAFF67}" destId="{77CBC3D0-D702-456F-BFAE-E09A1E7A97A3}" srcOrd="0" destOrd="0" presId="urn:microsoft.com/office/officeart/2005/8/layout/hierarchy2"/>
    <dgm:cxn modelId="{8C39E155-5545-4A9E-B24B-9D94BAF34D75}" type="presOf" srcId="{77B44DFE-6CD7-401D-9D7F-4F0C3633F1BE}" destId="{A1E7F07E-8E44-4047-9B38-9BC0C5CB93C1}" srcOrd="0" destOrd="0" presId="urn:microsoft.com/office/officeart/2005/8/layout/hierarchy2"/>
    <dgm:cxn modelId="{9C5A6977-EE35-41EA-9292-810B3099FD48}" type="presOf" srcId="{9A915B48-D0D7-4EBE-B61D-479591BAFF67}" destId="{41E0FFA5-0C76-4D9A-9D9E-BCCDE1D681A8}" srcOrd="1" destOrd="0" presId="urn:microsoft.com/office/officeart/2005/8/layout/hierarchy2"/>
    <dgm:cxn modelId="{F12A2D96-68A2-49C3-80FC-8F98479FC3CE}" type="presOf" srcId="{E41F2347-10DA-4DC3-B719-FF29D49695D2}" destId="{643A3E4F-42E0-4536-B4A2-E6F2B769DA74}" srcOrd="0" destOrd="0" presId="urn:microsoft.com/office/officeart/2005/8/layout/hierarchy2"/>
    <dgm:cxn modelId="{E4AF8899-FA51-461C-8AC1-7F41E230D50C}" srcId="{82253149-5B95-4209-9462-F1B36712D1EF}" destId="{2C0550AF-F8B3-4778-8C1D-73E901815F6A}" srcOrd="0" destOrd="0" parTransId="{E32614F9-585C-4E9B-81F9-C8219DC4056F}" sibTransId="{428B45C1-F040-4AF6-94D9-2011CDB342BC}"/>
    <dgm:cxn modelId="{C01FB6A2-8653-4E58-917D-24382768231E}" type="presOf" srcId="{82253149-5B95-4209-9462-F1B36712D1EF}" destId="{80DA65B1-30C8-4B0C-8B91-36F53F6F4900}" srcOrd="0" destOrd="0" presId="urn:microsoft.com/office/officeart/2005/8/layout/hierarchy2"/>
    <dgm:cxn modelId="{205C15BE-7EC1-477F-B9D9-93221A15A4FD}" type="presOf" srcId="{8EE41F55-182F-4A7F-BD82-B7EFC35713D2}" destId="{AB6AF5DD-AD08-4FEA-BE2E-7FAAA175FD75}" srcOrd="0" destOrd="0" presId="urn:microsoft.com/office/officeart/2005/8/layout/hierarchy2"/>
    <dgm:cxn modelId="{6CB0B0BE-9934-4DD7-ABA0-D866A5AA8071}" srcId="{77B44DFE-6CD7-401D-9D7F-4F0C3633F1BE}" destId="{1730DCDA-AA46-4BC9-9592-81DD4EB88957}" srcOrd="0" destOrd="0" parTransId="{B6DC7951-03A9-4812-8D87-6E2F67C60CA4}" sibTransId="{1A242F54-998E-41D5-B6A7-09D39BD014B4}"/>
    <dgm:cxn modelId="{39B61ECD-C406-443E-AA47-D86EF306A7E2}" type="presOf" srcId="{B6DC7951-03A9-4812-8D87-6E2F67C60CA4}" destId="{D08DEE33-4CFD-491A-BC0C-7A0A22892846}" srcOrd="0" destOrd="0" presId="urn:microsoft.com/office/officeart/2005/8/layout/hierarchy2"/>
    <dgm:cxn modelId="{F96D62D0-00FC-4B76-9203-786330A23B54}" type="presOf" srcId="{2C0550AF-F8B3-4778-8C1D-73E901815F6A}" destId="{E8974A61-67F3-4F57-B47E-A906B9FB4674}" srcOrd="0" destOrd="0" presId="urn:microsoft.com/office/officeart/2005/8/layout/hierarchy2"/>
    <dgm:cxn modelId="{C997FCD9-5006-4543-AA0B-867B44AD2D8B}" type="presOf" srcId="{1730DCDA-AA46-4BC9-9592-81DD4EB88957}" destId="{F907CF16-5DE2-4D96-9101-7D8372135C65}" srcOrd="0" destOrd="0" presId="urn:microsoft.com/office/officeart/2005/8/layout/hierarchy2"/>
    <dgm:cxn modelId="{D3B27FE7-99DB-46D4-92EB-47CBC8F10442}" type="presOf" srcId="{263E1D63-45D9-410F-B751-CB496878DFEE}" destId="{264068CB-3E68-49ED-8910-525746E5C4F4}" srcOrd="0" destOrd="0" presId="urn:microsoft.com/office/officeart/2005/8/layout/hierarchy2"/>
    <dgm:cxn modelId="{68C84BF0-9D18-4479-86B2-0402907C6F53}" srcId="{77B44DFE-6CD7-401D-9D7F-4F0C3633F1BE}" destId="{263E1D63-45D9-410F-B751-CB496878DFEE}" srcOrd="1" destOrd="0" parTransId="{9A915B48-D0D7-4EBE-B61D-479591BAFF67}" sibTransId="{319CF898-0788-4D14-B617-2F3A60B1D2F5}"/>
    <dgm:cxn modelId="{42E564F8-803D-4EAF-8EF1-5C6A798875A9}" type="presOf" srcId="{C6C0A4F5-DDCC-47CF-8731-4D51693D2FD6}" destId="{58C88152-100B-4DF7-AA01-1357EC2416C3}" srcOrd="1" destOrd="0" presId="urn:microsoft.com/office/officeart/2005/8/layout/hierarchy2"/>
    <dgm:cxn modelId="{4A3FBAFC-FE0C-4FB7-90E2-E24C558401A9}" type="presOf" srcId="{13AA9218-85C0-4705-BC1E-C37B6991321B}" destId="{D988DB34-48D8-4FFB-AB65-3B8C7B8189A3}" srcOrd="1" destOrd="0" presId="urn:microsoft.com/office/officeart/2005/8/layout/hierarchy2"/>
    <dgm:cxn modelId="{D4A2D4FC-5515-4E4F-BAA2-DB3C89320724}" type="presOf" srcId="{13AA9218-85C0-4705-BC1E-C37B6991321B}" destId="{14D4FAA1-632C-46F2-ADE8-6EE96409A3BD}" srcOrd="0" destOrd="0" presId="urn:microsoft.com/office/officeart/2005/8/layout/hierarchy2"/>
    <dgm:cxn modelId="{783082FF-4084-47EF-96B8-3BF6349CFB41}" srcId="{2C0550AF-F8B3-4778-8C1D-73E901815F6A}" destId="{8EE41F55-182F-4A7F-BD82-B7EFC35713D2}" srcOrd="2" destOrd="0" parTransId="{13AA9218-85C0-4705-BC1E-C37B6991321B}" sibTransId="{8D7D429D-FDDF-4F2C-B917-6D670C901E36}"/>
    <dgm:cxn modelId="{61000263-9672-4C8E-BFE3-87AF7880D1A9}" type="presParOf" srcId="{80DA65B1-30C8-4B0C-8B91-36F53F6F4900}" destId="{73397B83-1852-490A-B3DC-EF2455D1B555}" srcOrd="0" destOrd="0" presId="urn:microsoft.com/office/officeart/2005/8/layout/hierarchy2"/>
    <dgm:cxn modelId="{380CC194-60EB-4884-98D6-20A6737D5B1C}" type="presParOf" srcId="{73397B83-1852-490A-B3DC-EF2455D1B555}" destId="{E8974A61-67F3-4F57-B47E-A906B9FB4674}" srcOrd="0" destOrd="0" presId="urn:microsoft.com/office/officeart/2005/8/layout/hierarchy2"/>
    <dgm:cxn modelId="{BF61AB74-7BF9-4561-AEDB-E923DC8C20C6}" type="presParOf" srcId="{73397B83-1852-490A-B3DC-EF2455D1B555}" destId="{94F081E8-97B2-4FA6-89AA-771F46BD1CD3}" srcOrd="1" destOrd="0" presId="urn:microsoft.com/office/officeart/2005/8/layout/hierarchy2"/>
    <dgm:cxn modelId="{90E16CFA-C2A2-498D-BC32-2B7D53CD00C5}" type="presParOf" srcId="{94F081E8-97B2-4FA6-89AA-771F46BD1CD3}" destId="{821F8BA2-6D75-4685-B4E7-28BCBC090A9B}" srcOrd="0" destOrd="0" presId="urn:microsoft.com/office/officeart/2005/8/layout/hierarchy2"/>
    <dgm:cxn modelId="{E211F77C-CF10-4BBE-AD52-EB0C18E9D62D}" type="presParOf" srcId="{821F8BA2-6D75-4685-B4E7-28BCBC090A9B}" destId="{16A68FCB-FDB4-4FC8-9858-C3D530359CBE}" srcOrd="0" destOrd="0" presId="urn:microsoft.com/office/officeart/2005/8/layout/hierarchy2"/>
    <dgm:cxn modelId="{1B8A2DE8-9F32-49EC-A6BE-0750BD2BB8B0}" type="presParOf" srcId="{94F081E8-97B2-4FA6-89AA-771F46BD1CD3}" destId="{8AB704F1-4DBD-4C91-80F6-FD6FD4DD1829}" srcOrd="1" destOrd="0" presId="urn:microsoft.com/office/officeart/2005/8/layout/hierarchy2"/>
    <dgm:cxn modelId="{CAD0BE30-671B-4512-8A48-47BB7951FF0B}" type="presParOf" srcId="{8AB704F1-4DBD-4C91-80F6-FD6FD4DD1829}" destId="{643A3E4F-42E0-4536-B4A2-E6F2B769DA74}" srcOrd="0" destOrd="0" presId="urn:microsoft.com/office/officeart/2005/8/layout/hierarchy2"/>
    <dgm:cxn modelId="{2A27FF52-A548-4929-8E05-3EEFDCC08FE6}" type="presParOf" srcId="{8AB704F1-4DBD-4C91-80F6-FD6FD4DD1829}" destId="{2B9C2122-0FE1-4A39-A466-799D7B06402E}" srcOrd="1" destOrd="0" presId="urn:microsoft.com/office/officeart/2005/8/layout/hierarchy2"/>
    <dgm:cxn modelId="{8C6F002B-994E-4A04-93D1-1584A5A171E6}" type="presParOf" srcId="{94F081E8-97B2-4FA6-89AA-771F46BD1CD3}" destId="{7DAD669D-5C12-4299-AA2F-7454A5FE13ED}" srcOrd="2" destOrd="0" presId="urn:microsoft.com/office/officeart/2005/8/layout/hierarchy2"/>
    <dgm:cxn modelId="{1ECDF929-C476-4543-9B42-11166D4ECB9D}" type="presParOf" srcId="{7DAD669D-5C12-4299-AA2F-7454A5FE13ED}" destId="{58C88152-100B-4DF7-AA01-1357EC2416C3}" srcOrd="0" destOrd="0" presId="urn:microsoft.com/office/officeart/2005/8/layout/hierarchy2"/>
    <dgm:cxn modelId="{2A096A5A-7599-4AAC-9F93-74E750653835}" type="presParOf" srcId="{94F081E8-97B2-4FA6-89AA-771F46BD1CD3}" destId="{215DAF14-EA02-408D-9DC1-4BE0DAF02A9F}" srcOrd="3" destOrd="0" presId="urn:microsoft.com/office/officeart/2005/8/layout/hierarchy2"/>
    <dgm:cxn modelId="{2CF357EC-947B-450E-9AE7-3CE0777DA5C1}" type="presParOf" srcId="{215DAF14-EA02-408D-9DC1-4BE0DAF02A9F}" destId="{A1E7F07E-8E44-4047-9B38-9BC0C5CB93C1}" srcOrd="0" destOrd="0" presId="urn:microsoft.com/office/officeart/2005/8/layout/hierarchy2"/>
    <dgm:cxn modelId="{32878F78-DD19-482A-B99C-D265FC6D7CC2}" type="presParOf" srcId="{215DAF14-EA02-408D-9DC1-4BE0DAF02A9F}" destId="{D2405150-5516-40F0-B9AB-BB77A9CCF13B}" srcOrd="1" destOrd="0" presId="urn:microsoft.com/office/officeart/2005/8/layout/hierarchy2"/>
    <dgm:cxn modelId="{E764258E-B61B-4570-9612-8BA6A23DCE77}" type="presParOf" srcId="{D2405150-5516-40F0-B9AB-BB77A9CCF13B}" destId="{D08DEE33-4CFD-491A-BC0C-7A0A22892846}" srcOrd="0" destOrd="0" presId="urn:microsoft.com/office/officeart/2005/8/layout/hierarchy2"/>
    <dgm:cxn modelId="{26B8458C-7EDE-421B-9212-76C89B3E537A}" type="presParOf" srcId="{D08DEE33-4CFD-491A-BC0C-7A0A22892846}" destId="{6F251B76-EB15-4B3C-88C5-CEB58BB1D003}" srcOrd="0" destOrd="0" presId="urn:microsoft.com/office/officeart/2005/8/layout/hierarchy2"/>
    <dgm:cxn modelId="{DA2346F4-754E-4819-80F4-7AA564ECB9F0}" type="presParOf" srcId="{D2405150-5516-40F0-B9AB-BB77A9CCF13B}" destId="{13426535-4BEA-4BB8-8111-2B978A0FB7A0}" srcOrd="1" destOrd="0" presId="urn:microsoft.com/office/officeart/2005/8/layout/hierarchy2"/>
    <dgm:cxn modelId="{00E90D73-A6A0-4B91-8468-EE5F65D29865}" type="presParOf" srcId="{13426535-4BEA-4BB8-8111-2B978A0FB7A0}" destId="{F907CF16-5DE2-4D96-9101-7D8372135C65}" srcOrd="0" destOrd="0" presId="urn:microsoft.com/office/officeart/2005/8/layout/hierarchy2"/>
    <dgm:cxn modelId="{4528D366-0151-4FC1-9921-462C97C88BC3}" type="presParOf" srcId="{13426535-4BEA-4BB8-8111-2B978A0FB7A0}" destId="{8564A31E-48FE-4A2F-BC83-2531DD61C2DB}" srcOrd="1" destOrd="0" presId="urn:microsoft.com/office/officeart/2005/8/layout/hierarchy2"/>
    <dgm:cxn modelId="{3CE37A32-FE97-49FF-98F7-13F8A4993405}" type="presParOf" srcId="{D2405150-5516-40F0-B9AB-BB77A9CCF13B}" destId="{77CBC3D0-D702-456F-BFAE-E09A1E7A97A3}" srcOrd="2" destOrd="0" presId="urn:microsoft.com/office/officeart/2005/8/layout/hierarchy2"/>
    <dgm:cxn modelId="{92A091FE-91DB-4C71-B454-6B6371A6F658}" type="presParOf" srcId="{77CBC3D0-D702-456F-BFAE-E09A1E7A97A3}" destId="{41E0FFA5-0C76-4D9A-9D9E-BCCDE1D681A8}" srcOrd="0" destOrd="0" presId="urn:microsoft.com/office/officeart/2005/8/layout/hierarchy2"/>
    <dgm:cxn modelId="{1D707928-52C9-404D-A93F-27DE73E50FED}" type="presParOf" srcId="{D2405150-5516-40F0-B9AB-BB77A9CCF13B}" destId="{427D1A63-BA2B-4F1A-8D0B-CEB312F0FE9F}" srcOrd="3" destOrd="0" presId="urn:microsoft.com/office/officeart/2005/8/layout/hierarchy2"/>
    <dgm:cxn modelId="{60F6EBB1-9DCD-4EC2-BF10-BAAAA48C74DD}" type="presParOf" srcId="{427D1A63-BA2B-4F1A-8D0B-CEB312F0FE9F}" destId="{264068CB-3E68-49ED-8910-525746E5C4F4}" srcOrd="0" destOrd="0" presId="urn:microsoft.com/office/officeart/2005/8/layout/hierarchy2"/>
    <dgm:cxn modelId="{DE885624-C503-4830-8BD4-19BCCD03FC06}" type="presParOf" srcId="{427D1A63-BA2B-4F1A-8D0B-CEB312F0FE9F}" destId="{00A7F380-0129-465C-89C2-382EEB5462E5}" srcOrd="1" destOrd="0" presId="urn:microsoft.com/office/officeart/2005/8/layout/hierarchy2"/>
    <dgm:cxn modelId="{FD7D570F-A8AD-447C-82B0-E48EF903CCF7}" type="presParOf" srcId="{94F081E8-97B2-4FA6-89AA-771F46BD1CD3}" destId="{14D4FAA1-632C-46F2-ADE8-6EE96409A3BD}" srcOrd="4" destOrd="0" presId="urn:microsoft.com/office/officeart/2005/8/layout/hierarchy2"/>
    <dgm:cxn modelId="{DE368663-A1CE-44CE-958F-B5C9A4E15B8F}" type="presParOf" srcId="{14D4FAA1-632C-46F2-ADE8-6EE96409A3BD}" destId="{D988DB34-48D8-4FFB-AB65-3B8C7B8189A3}" srcOrd="0" destOrd="0" presId="urn:microsoft.com/office/officeart/2005/8/layout/hierarchy2"/>
    <dgm:cxn modelId="{8DB98BA6-7869-46C1-952F-3EF0AC13EB43}" type="presParOf" srcId="{94F081E8-97B2-4FA6-89AA-771F46BD1CD3}" destId="{E0B301DB-A64A-476A-A935-9F0BB6DBD491}" srcOrd="5" destOrd="0" presId="urn:microsoft.com/office/officeart/2005/8/layout/hierarchy2"/>
    <dgm:cxn modelId="{B04F6003-93C2-40BF-A8CE-B759975889B2}" type="presParOf" srcId="{E0B301DB-A64A-476A-A935-9F0BB6DBD491}" destId="{AB6AF5DD-AD08-4FEA-BE2E-7FAAA175FD75}" srcOrd="0" destOrd="0" presId="urn:microsoft.com/office/officeart/2005/8/layout/hierarchy2"/>
    <dgm:cxn modelId="{683496FD-6F16-4BA8-B77A-B7C117C2E961}" type="presParOf" srcId="{E0B301DB-A64A-476A-A935-9F0BB6DBD491}" destId="{3FBEDA42-0DF6-4169-9D45-33D852428D0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253149-5B95-4209-9462-F1B36712D1EF}" type="doc">
      <dgm:prSet loTypeId="urn:microsoft.com/office/officeart/2005/8/layout/hierarchy2" loCatId="hierarchy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2C0550AF-F8B3-4778-8C1D-73E901815F6A}">
      <dgm:prSet phldrT="[文本]" phldr="0" custT="1"/>
      <dgm:spPr>
        <a:solidFill>
          <a:srgbClr val="56C8FE"/>
        </a:solidFill>
      </dgm:spPr>
      <dgm:t>
        <a:bodyPr/>
        <a:lstStyle/>
        <a:p>
          <a:r>
            <a:rPr lang="en-US" altLang="zh-CN" sz="1400" b="1" dirty="0">
              <a:latin typeface="Arial" panose="020B0604020202020204" pitchFamily="34" charset="0"/>
              <a:cs typeface="Arial" panose="020B0604020202020204" pitchFamily="34" charset="0"/>
            </a:rPr>
            <a:t>Action Unit</a:t>
          </a:r>
          <a:endParaRPr lang="zh-CN" altLang="en-US" sz="14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32614F9-585C-4E9B-81F9-C8219DC4056F}" type="parTrans" cxnId="{E4AF8899-FA51-461C-8AC1-7F41E230D50C}">
      <dgm:prSet/>
      <dgm:spPr/>
      <dgm:t>
        <a:bodyPr/>
        <a:lstStyle/>
        <a:p>
          <a:endParaRPr lang="zh-CN" altLang="en-US" sz="1200"/>
        </a:p>
      </dgm:t>
    </dgm:pt>
    <dgm:pt modelId="{428B45C1-F040-4AF6-94D9-2011CDB342BC}" type="sibTrans" cxnId="{E4AF8899-FA51-461C-8AC1-7F41E230D50C}">
      <dgm:prSet/>
      <dgm:spPr/>
      <dgm:t>
        <a:bodyPr/>
        <a:lstStyle/>
        <a:p>
          <a:endParaRPr lang="zh-CN" altLang="en-US" sz="1200"/>
        </a:p>
      </dgm:t>
    </dgm:pt>
    <dgm:pt modelId="{E41F2347-10DA-4DC3-B719-FF29D49695D2}">
      <dgm:prSet phldrT="[文本]" phldr="0" custT="1"/>
      <dgm:spPr>
        <a:solidFill>
          <a:srgbClr val="56C8FE"/>
        </a:solidFill>
      </dgm:spPr>
      <dgm:t>
        <a:bodyPr/>
        <a:lstStyle/>
        <a:p>
          <a:r>
            <a:rPr lang="en-US" altLang="zh-CN" sz="1200" b="1" dirty="0">
              <a:latin typeface="Arial" panose="020B0604020202020204" pitchFamily="34" charset="0"/>
              <a:cs typeface="Arial" panose="020B0604020202020204" pitchFamily="34" charset="0"/>
            </a:rPr>
            <a:t>Action Type</a:t>
          </a:r>
          <a:endParaRPr lang="zh-CN" altLang="en-US" sz="12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9671FB-CE0B-46D3-A31C-465BD9854EF8}" type="parTrans" cxnId="{6E6B0919-00A4-4534-8606-ABDC7FDAC46C}">
      <dgm:prSet custT="1"/>
      <dgm:spPr/>
      <dgm:t>
        <a:bodyPr/>
        <a:lstStyle/>
        <a:p>
          <a:endParaRPr lang="zh-CN" altLang="en-US" sz="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3BBB98-0652-4D06-A494-D9AD18CF03CB}" type="sibTrans" cxnId="{6E6B0919-00A4-4534-8606-ABDC7FDAC46C}">
      <dgm:prSet/>
      <dgm:spPr/>
      <dgm:t>
        <a:bodyPr/>
        <a:lstStyle/>
        <a:p>
          <a:endParaRPr lang="zh-CN" altLang="en-US" sz="1200"/>
        </a:p>
      </dgm:t>
    </dgm:pt>
    <dgm:pt modelId="{77B44DFE-6CD7-401D-9D7F-4F0C3633F1BE}">
      <dgm:prSet phldrT="[文本]" phldr="0" custT="1"/>
      <dgm:spPr>
        <a:solidFill>
          <a:srgbClr val="56C8FE"/>
        </a:solidFill>
      </dgm:spPr>
      <dgm:t>
        <a:bodyPr/>
        <a:lstStyle/>
        <a:p>
          <a:r>
            <a:rPr lang="en-US" altLang="zh-CN" sz="1200" b="1" dirty="0">
              <a:latin typeface="Arial" panose="020B0604020202020204" pitchFamily="34" charset="0"/>
              <a:cs typeface="Arial" panose="020B0604020202020204" pitchFamily="34" charset="0"/>
            </a:rPr>
            <a:t>Object IDs</a:t>
          </a:r>
          <a:endParaRPr lang="zh-CN" altLang="en-US" sz="12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C0A4F5-DDCC-47CF-8731-4D51693D2FD6}" type="parTrans" cxnId="{D94C5445-2E48-47DD-8493-A6BF05DE201D}">
      <dgm:prSet custT="1"/>
      <dgm:spPr/>
      <dgm:t>
        <a:bodyPr/>
        <a:lstStyle/>
        <a:p>
          <a:endParaRPr lang="zh-CN" altLang="en-US" sz="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EE1898-D9C4-4F0A-8313-7DFDA59AB4D7}" type="sibTrans" cxnId="{D94C5445-2E48-47DD-8493-A6BF05DE201D}">
      <dgm:prSet/>
      <dgm:spPr/>
      <dgm:t>
        <a:bodyPr/>
        <a:lstStyle/>
        <a:p>
          <a:endParaRPr lang="zh-CN" altLang="en-US" sz="1200"/>
        </a:p>
      </dgm:t>
    </dgm:pt>
    <dgm:pt modelId="{8EE41F55-182F-4A7F-BD82-B7EFC35713D2}">
      <dgm:prSet phldrT="[文本]" phldr="0" custT="1"/>
      <dgm:spPr>
        <a:solidFill>
          <a:srgbClr val="56C8FE"/>
        </a:solidFill>
      </dgm:spPr>
      <dgm:t>
        <a:bodyPr/>
        <a:lstStyle/>
        <a:p>
          <a:r>
            <a:rPr lang="en-US" altLang="zh-CN" sz="1200" b="1" dirty="0">
              <a:latin typeface="Arial" panose="020B0604020202020204" pitchFamily="34" charset="0"/>
              <a:cs typeface="Arial" panose="020B0604020202020204" pitchFamily="34" charset="0"/>
            </a:rPr>
            <a:t>Parameters</a:t>
          </a:r>
          <a:endParaRPr lang="zh-CN" altLang="en-US" sz="12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AA9218-85C0-4705-BC1E-C37B6991321B}" type="parTrans" cxnId="{783082FF-4084-47EF-96B8-3BF6349CFB41}">
      <dgm:prSet custT="1"/>
      <dgm:spPr/>
      <dgm:t>
        <a:bodyPr/>
        <a:lstStyle/>
        <a:p>
          <a:endParaRPr lang="zh-CN" altLang="en-US" sz="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7D429D-FDDF-4F2C-B917-6D670C901E36}" type="sibTrans" cxnId="{783082FF-4084-47EF-96B8-3BF6349CFB41}">
      <dgm:prSet/>
      <dgm:spPr/>
      <dgm:t>
        <a:bodyPr/>
        <a:lstStyle/>
        <a:p>
          <a:endParaRPr lang="zh-CN" altLang="en-US" sz="1200"/>
        </a:p>
      </dgm:t>
    </dgm:pt>
    <dgm:pt modelId="{1730DCDA-AA46-4BC9-9592-81DD4EB88957}">
      <dgm:prSet phldrT="[文本]" phldr="0" custT="1"/>
      <dgm:spPr>
        <a:solidFill>
          <a:srgbClr val="56C8FE"/>
        </a:solidFill>
      </dgm:spPr>
      <dgm:t>
        <a:bodyPr/>
        <a:lstStyle/>
        <a:p>
          <a:r>
            <a:rPr lang="en-US" altLang="zh-CN" sz="1200" b="1" dirty="0">
              <a:latin typeface="Arial" panose="020B0604020202020204" pitchFamily="34" charset="0"/>
              <a:cs typeface="Arial" panose="020B0604020202020204" pitchFamily="34" charset="0"/>
            </a:rPr>
            <a:t>Script ID</a:t>
          </a:r>
          <a:endParaRPr lang="zh-CN" altLang="en-US" sz="12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DC7951-03A9-4812-8D87-6E2F67C60CA4}" type="parTrans" cxnId="{6CB0B0BE-9934-4DD7-ABA0-D866A5AA8071}">
      <dgm:prSet custT="1"/>
      <dgm:spPr/>
      <dgm:t>
        <a:bodyPr/>
        <a:lstStyle/>
        <a:p>
          <a:endParaRPr lang="zh-CN" altLang="en-US" sz="200"/>
        </a:p>
      </dgm:t>
    </dgm:pt>
    <dgm:pt modelId="{1A242F54-998E-41D5-B6A7-09D39BD014B4}" type="sibTrans" cxnId="{6CB0B0BE-9934-4DD7-ABA0-D866A5AA8071}">
      <dgm:prSet/>
      <dgm:spPr/>
      <dgm:t>
        <a:bodyPr/>
        <a:lstStyle/>
        <a:p>
          <a:endParaRPr lang="zh-CN" altLang="en-US" sz="1200"/>
        </a:p>
      </dgm:t>
    </dgm:pt>
    <dgm:pt modelId="{263E1D63-45D9-410F-B751-CB496878DFEE}">
      <dgm:prSet phldrT="[文本]" phldr="0" custT="1"/>
      <dgm:spPr>
        <a:solidFill>
          <a:srgbClr val="56C8FE"/>
        </a:solidFill>
      </dgm:spPr>
      <dgm:t>
        <a:bodyPr/>
        <a:lstStyle/>
        <a:p>
          <a:r>
            <a:rPr lang="en-US" altLang="zh-CN" sz="1200" b="1" dirty="0">
              <a:latin typeface="Arial" panose="020B0604020202020204" pitchFamily="34" charset="0"/>
              <a:cs typeface="Arial" panose="020B0604020202020204" pitchFamily="34" charset="0"/>
            </a:rPr>
            <a:t>Object ID</a:t>
          </a:r>
          <a:endParaRPr lang="zh-CN" altLang="en-US" sz="12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915B48-D0D7-4EBE-B61D-479591BAFF67}" type="parTrans" cxnId="{68C84BF0-9D18-4479-86B2-0402907C6F53}">
      <dgm:prSet custT="1"/>
      <dgm:spPr/>
      <dgm:t>
        <a:bodyPr/>
        <a:lstStyle/>
        <a:p>
          <a:endParaRPr lang="zh-CN" altLang="en-US" sz="200"/>
        </a:p>
      </dgm:t>
    </dgm:pt>
    <dgm:pt modelId="{319CF898-0788-4D14-B617-2F3A60B1D2F5}" type="sibTrans" cxnId="{68C84BF0-9D18-4479-86B2-0402907C6F53}">
      <dgm:prSet/>
      <dgm:spPr/>
      <dgm:t>
        <a:bodyPr/>
        <a:lstStyle/>
        <a:p>
          <a:endParaRPr lang="zh-CN" altLang="en-US" sz="1200"/>
        </a:p>
      </dgm:t>
    </dgm:pt>
    <dgm:pt modelId="{80DA65B1-30C8-4B0C-8B91-36F53F6F4900}" type="pres">
      <dgm:prSet presAssocID="{82253149-5B95-4209-9462-F1B36712D1E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3397B83-1852-490A-B3DC-EF2455D1B555}" type="pres">
      <dgm:prSet presAssocID="{2C0550AF-F8B3-4778-8C1D-73E901815F6A}" presName="root1" presStyleCnt="0"/>
      <dgm:spPr/>
    </dgm:pt>
    <dgm:pt modelId="{E8974A61-67F3-4F57-B47E-A906B9FB4674}" type="pres">
      <dgm:prSet presAssocID="{2C0550AF-F8B3-4778-8C1D-73E901815F6A}" presName="LevelOneTextNode" presStyleLbl="node0" presStyleIdx="0" presStyleCnt="1">
        <dgm:presLayoutVars>
          <dgm:chPref val="3"/>
        </dgm:presLayoutVars>
      </dgm:prSet>
      <dgm:spPr/>
    </dgm:pt>
    <dgm:pt modelId="{94F081E8-97B2-4FA6-89AA-771F46BD1CD3}" type="pres">
      <dgm:prSet presAssocID="{2C0550AF-F8B3-4778-8C1D-73E901815F6A}" presName="level2hierChild" presStyleCnt="0"/>
      <dgm:spPr/>
    </dgm:pt>
    <dgm:pt modelId="{821F8BA2-6D75-4685-B4E7-28BCBC090A9B}" type="pres">
      <dgm:prSet presAssocID="{759671FB-CE0B-46D3-A31C-465BD9854EF8}" presName="conn2-1" presStyleLbl="parChTrans1D2" presStyleIdx="0" presStyleCnt="3"/>
      <dgm:spPr/>
    </dgm:pt>
    <dgm:pt modelId="{16A68FCB-FDB4-4FC8-9858-C3D530359CBE}" type="pres">
      <dgm:prSet presAssocID="{759671FB-CE0B-46D3-A31C-465BD9854EF8}" presName="connTx" presStyleLbl="parChTrans1D2" presStyleIdx="0" presStyleCnt="3"/>
      <dgm:spPr/>
    </dgm:pt>
    <dgm:pt modelId="{8AB704F1-4DBD-4C91-80F6-FD6FD4DD1829}" type="pres">
      <dgm:prSet presAssocID="{E41F2347-10DA-4DC3-B719-FF29D49695D2}" presName="root2" presStyleCnt="0"/>
      <dgm:spPr/>
    </dgm:pt>
    <dgm:pt modelId="{643A3E4F-42E0-4536-B4A2-E6F2B769DA74}" type="pres">
      <dgm:prSet presAssocID="{E41F2347-10DA-4DC3-B719-FF29D49695D2}" presName="LevelTwoTextNode" presStyleLbl="node2" presStyleIdx="0" presStyleCnt="3">
        <dgm:presLayoutVars>
          <dgm:chPref val="3"/>
        </dgm:presLayoutVars>
      </dgm:prSet>
      <dgm:spPr/>
    </dgm:pt>
    <dgm:pt modelId="{2B9C2122-0FE1-4A39-A466-799D7B06402E}" type="pres">
      <dgm:prSet presAssocID="{E41F2347-10DA-4DC3-B719-FF29D49695D2}" presName="level3hierChild" presStyleCnt="0"/>
      <dgm:spPr/>
    </dgm:pt>
    <dgm:pt modelId="{7DAD669D-5C12-4299-AA2F-7454A5FE13ED}" type="pres">
      <dgm:prSet presAssocID="{C6C0A4F5-DDCC-47CF-8731-4D51693D2FD6}" presName="conn2-1" presStyleLbl="parChTrans1D2" presStyleIdx="1" presStyleCnt="3"/>
      <dgm:spPr/>
    </dgm:pt>
    <dgm:pt modelId="{58C88152-100B-4DF7-AA01-1357EC2416C3}" type="pres">
      <dgm:prSet presAssocID="{C6C0A4F5-DDCC-47CF-8731-4D51693D2FD6}" presName="connTx" presStyleLbl="parChTrans1D2" presStyleIdx="1" presStyleCnt="3"/>
      <dgm:spPr/>
    </dgm:pt>
    <dgm:pt modelId="{215DAF14-EA02-408D-9DC1-4BE0DAF02A9F}" type="pres">
      <dgm:prSet presAssocID="{77B44DFE-6CD7-401D-9D7F-4F0C3633F1BE}" presName="root2" presStyleCnt="0"/>
      <dgm:spPr/>
    </dgm:pt>
    <dgm:pt modelId="{A1E7F07E-8E44-4047-9B38-9BC0C5CB93C1}" type="pres">
      <dgm:prSet presAssocID="{77B44DFE-6CD7-401D-9D7F-4F0C3633F1BE}" presName="LevelTwoTextNode" presStyleLbl="node2" presStyleIdx="1" presStyleCnt="3">
        <dgm:presLayoutVars>
          <dgm:chPref val="3"/>
        </dgm:presLayoutVars>
      </dgm:prSet>
      <dgm:spPr/>
    </dgm:pt>
    <dgm:pt modelId="{D2405150-5516-40F0-B9AB-BB77A9CCF13B}" type="pres">
      <dgm:prSet presAssocID="{77B44DFE-6CD7-401D-9D7F-4F0C3633F1BE}" presName="level3hierChild" presStyleCnt="0"/>
      <dgm:spPr/>
    </dgm:pt>
    <dgm:pt modelId="{D08DEE33-4CFD-491A-BC0C-7A0A22892846}" type="pres">
      <dgm:prSet presAssocID="{B6DC7951-03A9-4812-8D87-6E2F67C60CA4}" presName="conn2-1" presStyleLbl="parChTrans1D3" presStyleIdx="0" presStyleCnt="2"/>
      <dgm:spPr/>
    </dgm:pt>
    <dgm:pt modelId="{6F251B76-EB15-4B3C-88C5-CEB58BB1D003}" type="pres">
      <dgm:prSet presAssocID="{B6DC7951-03A9-4812-8D87-6E2F67C60CA4}" presName="connTx" presStyleLbl="parChTrans1D3" presStyleIdx="0" presStyleCnt="2"/>
      <dgm:spPr/>
    </dgm:pt>
    <dgm:pt modelId="{13426535-4BEA-4BB8-8111-2B978A0FB7A0}" type="pres">
      <dgm:prSet presAssocID="{1730DCDA-AA46-4BC9-9592-81DD4EB88957}" presName="root2" presStyleCnt="0"/>
      <dgm:spPr/>
    </dgm:pt>
    <dgm:pt modelId="{F907CF16-5DE2-4D96-9101-7D8372135C65}" type="pres">
      <dgm:prSet presAssocID="{1730DCDA-AA46-4BC9-9592-81DD4EB88957}" presName="LevelTwoTextNode" presStyleLbl="node3" presStyleIdx="0" presStyleCnt="2">
        <dgm:presLayoutVars>
          <dgm:chPref val="3"/>
        </dgm:presLayoutVars>
      </dgm:prSet>
      <dgm:spPr/>
    </dgm:pt>
    <dgm:pt modelId="{8564A31E-48FE-4A2F-BC83-2531DD61C2DB}" type="pres">
      <dgm:prSet presAssocID="{1730DCDA-AA46-4BC9-9592-81DD4EB88957}" presName="level3hierChild" presStyleCnt="0"/>
      <dgm:spPr/>
    </dgm:pt>
    <dgm:pt modelId="{77CBC3D0-D702-456F-BFAE-E09A1E7A97A3}" type="pres">
      <dgm:prSet presAssocID="{9A915B48-D0D7-4EBE-B61D-479591BAFF67}" presName="conn2-1" presStyleLbl="parChTrans1D3" presStyleIdx="1" presStyleCnt="2"/>
      <dgm:spPr/>
    </dgm:pt>
    <dgm:pt modelId="{41E0FFA5-0C76-4D9A-9D9E-BCCDE1D681A8}" type="pres">
      <dgm:prSet presAssocID="{9A915B48-D0D7-4EBE-B61D-479591BAFF67}" presName="connTx" presStyleLbl="parChTrans1D3" presStyleIdx="1" presStyleCnt="2"/>
      <dgm:spPr/>
    </dgm:pt>
    <dgm:pt modelId="{427D1A63-BA2B-4F1A-8D0B-CEB312F0FE9F}" type="pres">
      <dgm:prSet presAssocID="{263E1D63-45D9-410F-B751-CB496878DFEE}" presName="root2" presStyleCnt="0"/>
      <dgm:spPr/>
    </dgm:pt>
    <dgm:pt modelId="{264068CB-3E68-49ED-8910-525746E5C4F4}" type="pres">
      <dgm:prSet presAssocID="{263E1D63-45D9-410F-B751-CB496878DFEE}" presName="LevelTwoTextNode" presStyleLbl="node3" presStyleIdx="1" presStyleCnt="2">
        <dgm:presLayoutVars>
          <dgm:chPref val="3"/>
        </dgm:presLayoutVars>
      </dgm:prSet>
      <dgm:spPr/>
    </dgm:pt>
    <dgm:pt modelId="{00A7F380-0129-465C-89C2-382EEB5462E5}" type="pres">
      <dgm:prSet presAssocID="{263E1D63-45D9-410F-B751-CB496878DFEE}" presName="level3hierChild" presStyleCnt="0"/>
      <dgm:spPr/>
    </dgm:pt>
    <dgm:pt modelId="{14D4FAA1-632C-46F2-ADE8-6EE96409A3BD}" type="pres">
      <dgm:prSet presAssocID="{13AA9218-85C0-4705-BC1E-C37B6991321B}" presName="conn2-1" presStyleLbl="parChTrans1D2" presStyleIdx="2" presStyleCnt="3"/>
      <dgm:spPr/>
    </dgm:pt>
    <dgm:pt modelId="{D988DB34-48D8-4FFB-AB65-3B8C7B8189A3}" type="pres">
      <dgm:prSet presAssocID="{13AA9218-85C0-4705-BC1E-C37B6991321B}" presName="connTx" presStyleLbl="parChTrans1D2" presStyleIdx="2" presStyleCnt="3"/>
      <dgm:spPr/>
    </dgm:pt>
    <dgm:pt modelId="{E0B301DB-A64A-476A-A935-9F0BB6DBD491}" type="pres">
      <dgm:prSet presAssocID="{8EE41F55-182F-4A7F-BD82-B7EFC35713D2}" presName="root2" presStyleCnt="0"/>
      <dgm:spPr/>
    </dgm:pt>
    <dgm:pt modelId="{AB6AF5DD-AD08-4FEA-BE2E-7FAAA175FD75}" type="pres">
      <dgm:prSet presAssocID="{8EE41F55-182F-4A7F-BD82-B7EFC35713D2}" presName="LevelTwoTextNode" presStyleLbl="node2" presStyleIdx="2" presStyleCnt="3">
        <dgm:presLayoutVars>
          <dgm:chPref val="3"/>
        </dgm:presLayoutVars>
      </dgm:prSet>
      <dgm:spPr/>
    </dgm:pt>
    <dgm:pt modelId="{3FBEDA42-0DF6-4169-9D45-33D852428D0D}" type="pres">
      <dgm:prSet presAssocID="{8EE41F55-182F-4A7F-BD82-B7EFC35713D2}" presName="level3hierChild" presStyleCnt="0"/>
      <dgm:spPr/>
    </dgm:pt>
  </dgm:ptLst>
  <dgm:cxnLst>
    <dgm:cxn modelId="{087F4817-126C-4B72-96DF-BC504B85E88A}" type="presOf" srcId="{759671FB-CE0B-46D3-A31C-465BD9854EF8}" destId="{16A68FCB-FDB4-4FC8-9858-C3D530359CBE}" srcOrd="1" destOrd="0" presId="urn:microsoft.com/office/officeart/2005/8/layout/hierarchy2"/>
    <dgm:cxn modelId="{6E6B0919-00A4-4534-8606-ABDC7FDAC46C}" srcId="{2C0550AF-F8B3-4778-8C1D-73E901815F6A}" destId="{E41F2347-10DA-4DC3-B719-FF29D49695D2}" srcOrd="0" destOrd="0" parTransId="{759671FB-CE0B-46D3-A31C-465BD9854EF8}" sibTransId="{8A3BBB98-0652-4D06-A494-D9AD18CF03CB}"/>
    <dgm:cxn modelId="{F8FED42D-4484-46F4-8588-EE3F42D851E7}" type="presOf" srcId="{B6DC7951-03A9-4812-8D87-6E2F67C60CA4}" destId="{6F251B76-EB15-4B3C-88C5-CEB58BB1D003}" srcOrd="1" destOrd="0" presId="urn:microsoft.com/office/officeart/2005/8/layout/hierarchy2"/>
    <dgm:cxn modelId="{CB85283F-1603-4969-A8A3-473CC874226F}" type="presOf" srcId="{C6C0A4F5-DDCC-47CF-8731-4D51693D2FD6}" destId="{7DAD669D-5C12-4299-AA2F-7454A5FE13ED}" srcOrd="0" destOrd="0" presId="urn:microsoft.com/office/officeart/2005/8/layout/hierarchy2"/>
    <dgm:cxn modelId="{D94C5445-2E48-47DD-8493-A6BF05DE201D}" srcId="{2C0550AF-F8B3-4778-8C1D-73E901815F6A}" destId="{77B44DFE-6CD7-401D-9D7F-4F0C3633F1BE}" srcOrd="1" destOrd="0" parTransId="{C6C0A4F5-DDCC-47CF-8731-4D51693D2FD6}" sibTransId="{1FEE1898-D9C4-4F0A-8313-7DFDA59AB4D7}"/>
    <dgm:cxn modelId="{B6707271-E527-4CC7-88CD-7D00850874AE}" type="presOf" srcId="{759671FB-CE0B-46D3-A31C-465BD9854EF8}" destId="{821F8BA2-6D75-4685-B4E7-28BCBC090A9B}" srcOrd="0" destOrd="0" presId="urn:microsoft.com/office/officeart/2005/8/layout/hierarchy2"/>
    <dgm:cxn modelId="{4BCD5675-CEB6-435F-8869-016778E38FDA}" type="presOf" srcId="{9A915B48-D0D7-4EBE-B61D-479591BAFF67}" destId="{77CBC3D0-D702-456F-BFAE-E09A1E7A97A3}" srcOrd="0" destOrd="0" presId="urn:microsoft.com/office/officeart/2005/8/layout/hierarchy2"/>
    <dgm:cxn modelId="{8C39E155-5545-4A9E-B24B-9D94BAF34D75}" type="presOf" srcId="{77B44DFE-6CD7-401D-9D7F-4F0C3633F1BE}" destId="{A1E7F07E-8E44-4047-9B38-9BC0C5CB93C1}" srcOrd="0" destOrd="0" presId="urn:microsoft.com/office/officeart/2005/8/layout/hierarchy2"/>
    <dgm:cxn modelId="{9C5A6977-EE35-41EA-9292-810B3099FD48}" type="presOf" srcId="{9A915B48-D0D7-4EBE-B61D-479591BAFF67}" destId="{41E0FFA5-0C76-4D9A-9D9E-BCCDE1D681A8}" srcOrd="1" destOrd="0" presId="urn:microsoft.com/office/officeart/2005/8/layout/hierarchy2"/>
    <dgm:cxn modelId="{F12A2D96-68A2-49C3-80FC-8F98479FC3CE}" type="presOf" srcId="{E41F2347-10DA-4DC3-B719-FF29D49695D2}" destId="{643A3E4F-42E0-4536-B4A2-E6F2B769DA74}" srcOrd="0" destOrd="0" presId="urn:microsoft.com/office/officeart/2005/8/layout/hierarchy2"/>
    <dgm:cxn modelId="{E4AF8899-FA51-461C-8AC1-7F41E230D50C}" srcId="{82253149-5B95-4209-9462-F1B36712D1EF}" destId="{2C0550AF-F8B3-4778-8C1D-73E901815F6A}" srcOrd="0" destOrd="0" parTransId="{E32614F9-585C-4E9B-81F9-C8219DC4056F}" sibTransId="{428B45C1-F040-4AF6-94D9-2011CDB342BC}"/>
    <dgm:cxn modelId="{C01FB6A2-8653-4E58-917D-24382768231E}" type="presOf" srcId="{82253149-5B95-4209-9462-F1B36712D1EF}" destId="{80DA65B1-30C8-4B0C-8B91-36F53F6F4900}" srcOrd="0" destOrd="0" presId="urn:microsoft.com/office/officeart/2005/8/layout/hierarchy2"/>
    <dgm:cxn modelId="{205C15BE-7EC1-477F-B9D9-93221A15A4FD}" type="presOf" srcId="{8EE41F55-182F-4A7F-BD82-B7EFC35713D2}" destId="{AB6AF5DD-AD08-4FEA-BE2E-7FAAA175FD75}" srcOrd="0" destOrd="0" presId="urn:microsoft.com/office/officeart/2005/8/layout/hierarchy2"/>
    <dgm:cxn modelId="{6CB0B0BE-9934-4DD7-ABA0-D866A5AA8071}" srcId="{77B44DFE-6CD7-401D-9D7F-4F0C3633F1BE}" destId="{1730DCDA-AA46-4BC9-9592-81DD4EB88957}" srcOrd="0" destOrd="0" parTransId="{B6DC7951-03A9-4812-8D87-6E2F67C60CA4}" sibTransId="{1A242F54-998E-41D5-B6A7-09D39BD014B4}"/>
    <dgm:cxn modelId="{39B61ECD-C406-443E-AA47-D86EF306A7E2}" type="presOf" srcId="{B6DC7951-03A9-4812-8D87-6E2F67C60CA4}" destId="{D08DEE33-4CFD-491A-BC0C-7A0A22892846}" srcOrd="0" destOrd="0" presId="urn:microsoft.com/office/officeart/2005/8/layout/hierarchy2"/>
    <dgm:cxn modelId="{F96D62D0-00FC-4B76-9203-786330A23B54}" type="presOf" srcId="{2C0550AF-F8B3-4778-8C1D-73E901815F6A}" destId="{E8974A61-67F3-4F57-B47E-A906B9FB4674}" srcOrd="0" destOrd="0" presId="urn:microsoft.com/office/officeart/2005/8/layout/hierarchy2"/>
    <dgm:cxn modelId="{C997FCD9-5006-4543-AA0B-867B44AD2D8B}" type="presOf" srcId="{1730DCDA-AA46-4BC9-9592-81DD4EB88957}" destId="{F907CF16-5DE2-4D96-9101-7D8372135C65}" srcOrd="0" destOrd="0" presId="urn:microsoft.com/office/officeart/2005/8/layout/hierarchy2"/>
    <dgm:cxn modelId="{D3B27FE7-99DB-46D4-92EB-47CBC8F10442}" type="presOf" srcId="{263E1D63-45D9-410F-B751-CB496878DFEE}" destId="{264068CB-3E68-49ED-8910-525746E5C4F4}" srcOrd="0" destOrd="0" presId="urn:microsoft.com/office/officeart/2005/8/layout/hierarchy2"/>
    <dgm:cxn modelId="{68C84BF0-9D18-4479-86B2-0402907C6F53}" srcId="{77B44DFE-6CD7-401D-9D7F-4F0C3633F1BE}" destId="{263E1D63-45D9-410F-B751-CB496878DFEE}" srcOrd="1" destOrd="0" parTransId="{9A915B48-D0D7-4EBE-B61D-479591BAFF67}" sibTransId="{319CF898-0788-4D14-B617-2F3A60B1D2F5}"/>
    <dgm:cxn modelId="{42E564F8-803D-4EAF-8EF1-5C6A798875A9}" type="presOf" srcId="{C6C0A4F5-DDCC-47CF-8731-4D51693D2FD6}" destId="{58C88152-100B-4DF7-AA01-1357EC2416C3}" srcOrd="1" destOrd="0" presId="urn:microsoft.com/office/officeart/2005/8/layout/hierarchy2"/>
    <dgm:cxn modelId="{4A3FBAFC-FE0C-4FB7-90E2-E24C558401A9}" type="presOf" srcId="{13AA9218-85C0-4705-BC1E-C37B6991321B}" destId="{D988DB34-48D8-4FFB-AB65-3B8C7B8189A3}" srcOrd="1" destOrd="0" presId="urn:microsoft.com/office/officeart/2005/8/layout/hierarchy2"/>
    <dgm:cxn modelId="{D4A2D4FC-5515-4E4F-BAA2-DB3C89320724}" type="presOf" srcId="{13AA9218-85C0-4705-BC1E-C37B6991321B}" destId="{14D4FAA1-632C-46F2-ADE8-6EE96409A3BD}" srcOrd="0" destOrd="0" presId="urn:microsoft.com/office/officeart/2005/8/layout/hierarchy2"/>
    <dgm:cxn modelId="{783082FF-4084-47EF-96B8-3BF6349CFB41}" srcId="{2C0550AF-F8B3-4778-8C1D-73E901815F6A}" destId="{8EE41F55-182F-4A7F-BD82-B7EFC35713D2}" srcOrd="2" destOrd="0" parTransId="{13AA9218-85C0-4705-BC1E-C37B6991321B}" sibTransId="{8D7D429D-FDDF-4F2C-B917-6D670C901E36}"/>
    <dgm:cxn modelId="{61000263-9672-4C8E-BFE3-87AF7880D1A9}" type="presParOf" srcId="{80DA65B1-30C8-4B0C-8B91-36F53F6F4900}" destId="{73397B83-1852-490A-B3DC-EF2455D1B555}" srcOrd="0" destOrd="0" presId="urn:microsoft.com/office/officeart/2005/8/layout/hierarchy2"/>
    <dgm:cxn modelId="{380CC194-60EB-4884-98D6-20A6737D5B1C}" type="presParOf" srcId="{73397B83-1852-490A-B3DC-EF2455D1B555}" destId="{E8974A61-67F3-4F57-B47E-A906B9FB4674}" srcOrd="0" destOrd="0" presId="urn:microsoft.com/office/officeart/2005/8/layout/hierarchy2"/>
    <dgm:cxn modelId="{BF61AB74-7BF9-4561-AEDB-E923DC8C20C6}" type="presParOf" srcId="{73397B83-1852-490A-B3DC-EF2455D1B555}" destId="{94F081E8-97B2-4FA6-89AA-771F46BD1CD3}" srcOrd="1" destOrd="0" presId="urn:microsoft.com/office/officeart/2005/8/layout/hierarchy2"/>
    <dgm:cxn modelId="{90E16CFA-C2A2-498D-BC32-2B7D53CD00C5}" type="presParOf" srcId="{94F081E8-97B2-4FA6-89AA-771F46BD1CD3}" destId="{821F8BA2-6D75-4685-B4E7-28BCBC090A9B}" srcOrd="0" destOrd="0" presId="urn:microsoft.com/office/officeart/2005/8/layout/hierarchy2"/>
    <dgm:cxn modelId="{E211F77C-CF10-4BBE-AD52-EB0C18E9D62D}" type="presParOf" srcId="{821F8BA2-6D75-4685-B4E7-28BCBC090A9B}" destId="{16A68FCB-FDB4-4FC8-9858-C3D530359CBE}" srcOrd="0" destOrd="0" presId="urn:microsoft.com/office/officeart/2005/8/layout/hierarchy2"/>
    <dgm:cxn modelId="{1B8A2DE8-9F32-49EC-A6BE-0750BD2BB8B0}" type="presParOf" srcId="{94F081E8-97B2-4FA6-89AA-771F46BD1CD3}" destId="{8AB704F1-4DBD-4C91-80F6-FD6FD4DD1829}" srcOrd="1" destOrd="0" presId="urn:microsoft.com/office/officeart/2005/8/layout/hierarchy2"/>
    <dgm:cxn modelId="{CAD0BE30-671B-4512-8A48-47BB7951FF0B}" type="presParOf" srcId="{8AB704F1-4DBD-4C91-80F6-FD6FD4DD1829}" destId="{643A3E4F-42E0-4536-B4A2-E6F2B769DA74}" srcOrd="0" destOrd="0" presId="urn:microsoft.com/office/officeart/2005/8/layout/hierarchy2"/>
    <dgm:cxn modelId="{2A27FF52-A548-4929-8E05-3EEFDCC08FE6}" type="presParOf" srcId="{8AB704F1-4DBD-4C91-80F6-FD6FD4DD1829}" destId="{2B9C2122-0FE1-4A39-A466-799D7B06402E}" srcOrd="1" destOrd="0" presId="urn:microsoft.com/office/officeart/2005/8/layout/hierarchy2"/>
    <dgm:cxn modelId="{8C6F002B-994E-4A04-93D1-1584A5A171E6}" type="presParOf" srcId="{94F081E8-97B2-4FA6-89AA-771F46BD1CD3}" destId="{7DAD669D-5C12-4299-AA2F-7454A5FE13ED}" srcOrd="2" destOrd="0" presId="urn:microsoft.com/office/officeart/2005/8/layout/hierarchy2"/>
    <dgm:cxn modelId="{1ECDF929-C476-4543-9B42-11166D4ECB9D}" type="presParOf" srcId="{7DAD669D-5C12-4299-AA2F-7454A5FE13ED}" destId="{58C88152-100B-4DF7-AA01-1357EC2416C3}" srcOrd="0" destOrd="0" presId="urn:microsoft.com/office/officeart/2005/8/layout/hierarchy2"/>
    <dgm:cxn modelId="{2A096A5A-7599-4AAC-9F93-74E750653835}" type="presParOf" srcId="{94F081E8-97B2-4FA6-89AA-771F46BD1CD3}" destId="{215DAF14-EA02-408D-9DC1-4BE0DAF02A9F}" srcOrd="3" destOrd="0" presId="urn:microsoft.com/office/officeart/2005/8/layout/hierarchy2"/>
    <dgm:cxn modelId="{2CF357EC-947B-450E-9AE7-3CE0777DA5C1}" type="presParOf" srcId="{215DAF14-EA02-408D-9DC1-4BE0DAF02A9F}" destId="{A1E7F07E-8E44-4047-9B38-9BC0C5CB93C1}" srcOrd="0" destOrd="0" presId="urn:microsoft.com/office/officeart/2005/8/layout/hierarchy2"/>
    <dgm:cxn modelId="{32878F78-DD19-482A-B99C-D265FC6D7CC2}" type="presParOf" srcId="{215DAF14-EA02-408D-9DC1-4BE0DAF02A9F}" destId="{D2405150-5516-40F0-B9AB-BB77A9CCF13B}" srcOrd="1" destOrd="0" presId="urn:microsoft.com/office/officeart/2005/8/layout/hierarchy2"/>
    <dgm:cxn modelId="{E764258E-B61B-4570-9612-8BA6A23DCE77}" type="presParOf" srcId="{D2405150-5516-40F0-B9AB-BB77A9CCF13B}" destId="{D08DEE33-4CFD-491A-BC0C-7A0A22892846}" srcOrd="0" destOrd="0" presId="urn:microsoft.com/office/officeart/2005/8/layout/hierarchy2"/>
    <dgm:cxn modelId="{26B8458C-7EDE-421B-9212-76C89B3E537A}" type="presParOf" srcId="{D08DEE33-4CFD-491A-BC0C-7A0A22892846}" destId="{6F251B76-EB15-4B3C-88C5-CEB58BB1D003}" srcOrd="0" destOrd="0" presId="urn:microsoft.com/office/officeart/2005/8/layout/hierarchy2"/>
    <dgm:cxn modelId="{DA2346F4-754E-4819-80F4-7AA564ECB9F0}" type="presParOf" srcId="{D2405150-5516-40F0-B9AB-BB77A9CCF13B}" destId="{13426535-4BEA-4BB8-8111-2B978A0FB7A0}" srcOrd="1" destOrd="0" presId="urn:microsoft.com/office/officeart/2005/8/layout/hierarchy2"/>
    <dgm:cxn modelId="{00E90D73-A6A0-4B91-8468-EE5F65D29865}" type="presParOf" srcId="{13426535-4BEA-4BB8-8111-2B978A0FB7A0}" destId="{F907CF16-5DE2-4D96-9101-7D8372135C65}" srcOrd="0" destOrd="0" presId="urn:microsoft.com/office/officeart/2005/8/layout/hierarchy2"/>
    <dgm:cxn modelId="{4528D366-0151-4FC1-9921-462C97C88BC3}" type="presParOf" srcId="{13426535-4BEA-4BB8-8111-2B978A0FB7A0}" destId="{8564A31E-48FE-4A2F-BC83-2531DD61C2DB}" srcOrd="1" destOrd="0" presId="urn:microsoft.com/office/officeart/2005/8/layout/hierarchy2"/>
    <dgm:cxn modelId="{3CE37A32-FE97-49FF-98F7-13F8A4993405}" type="presParOf" srcId="{D2405150-5516-40F0-B9AB-BB77A9CCF13B}" destId="{77CBC3D0-D702-456F-BFAE-E09A1E7A97A3}" srcOrd="2" destOrd="0" presId="urn:microsoft.com/office/officeart/2005/8/layout/hierarchy2"/>
    <dgm:cxn modelId="{92A091FE-91DB-4C71-B454-6B6371A6F658}" type="presParOf" srcId="{77CBC3D0-D702-456F-BFAE-E09A1E7A97A3}" destId="{41E0FFA5-0C76-4D9A-9D9E-BCCDE1D681A8}" srcOrd="0" destOrd="0" presId="urn:microsoft.com/office/officeart/2005/8/layout/hierarchy2"/>
    <dgm:cxn modelId="{1D707928-52C9-404D-A93F-27DE73E50FED}" type="presParOf" srcId="{D2405150-5516-40F0-B9AB-BB77A9CCF13B}" destId="{427D1A63-BA2B-4F1A-8D0B-CEB312F0FE9F}" srcOrd="3" destOrd="0" presId="urn:microsoft.com/office/officeart/2005/8/layout/hierarchy2"/>
    <dgm:cxn modelId="{60F6EBB1-9DCD-4EC2-BF10-BAAAA48C74DD}" type="presParOf" srcId="{427D1A63-BA2B-4F1A-8D0B-CEB312F0FE9F}" destId="{264068CB-3E68-49ED-8910-525746E5C4F4}" srcOrd="0" destOrd="0" presId="urn:microsoft.com/office/officeart/2005/8/layout/hierarchy2"/>
    <dgm:cxn modelId="{DE885624-C503-4830-8BD4-19BCCD03FC06}" type="presParOf" srcId="{427D1A63-BA2B-4F1A-8D0B-CEB312F0FE9F}" destId="{00A7F380-0129-465C-89C2-382EEB5462E5}" srcOrd="1" destOrd="0" presId="urn:microsoft.com/office/officeart/2005/8/layout/hierarchy2"/>
    <dgm:cxn modelId="{FD7D570F-A8AD-447C-82B0-E48EF903CCF7}" type="presParOf" srcId="{94F081E8-97B2-4FA6-89AA-771F46BD1CD3}" destId="{14D4FAA1-632C-46F2-ADE8-6EE96409A3BD}" srcOrd="4" destOrd="0" presId="urn:microsoft.com/office/officeart/2005/8/layout/hierarchy2"/>
    <dgm:cxn modelId="{DE368663-A1CE-44CE-958F-B5C9A4E15B8F}" type="presParOf" srcId="{14D4FAA1-632C-46F2-ADE8-6EE96409A3BD}" destId="{D988DB34-48D8-4FFB-AB65-3B8C7B8189A3}" srcOrd="0" destOrd="0" presId="urn:microsoft.com/office/officeart/2005/8/layout/hierarchy2"/>
    <dgm:cxn modelId="{8DB98BA6-7869-46C1-952F-3EF0AC13EB43}" type="presParOf" srcId="{94F081E8-97B2-4FA6-89AA-771F46BD1CD3}" destId="{E0B301DB-A64A-476A-A935-9F0BB6DBD491}" srcOrd="5" destOrd="0" presId="urn:microsoft.com/office/officeart/2005/8/layout/hierarchy2"/>
    <dgm:cxn modelId="{B04F6003-93C2-40BF-A8CE-B759975889B2}" type="presParOf" srcId="{E0B301DB-A64A-476A-A935-9F0BB6DBD491}" destId="{AB6AF5DD-AD08-4FEA-BE2E-7FAAA175FD75}" srcOrd="0" destOrd="0" presId="urn:microsoft.com/office/officeart/2005/8/layout/hierarchy2"/>
    <dgm:cxn modelId="{683496FD-6F16-4BA8-B77A-B7C117C2E961}" type="presParOf" srcId="{E0B301DB-A64A-476A-A935-9F0BB6DBD491}" destId="{3FBEDA42-0DF6-4169-9D45-33D852428D0D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74A61-67F3-4F57-B47E-A906B9FB4674}">
      <dsp:nvSpPr>
        <dsp:cNvPr id="0" name=""/>
        <dsp:cNvSpPr/>
      </dsp:nvSpPr>
      <dsp:spPr>
        <a:xfrm>
          <a:off x="1918" y="677871"/>
          <a:ext cx="929906" cy="4649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latin typeface="Arial" panose="020B0604020202020204" pitchFamily="34" charset="0"/>
              <a:cs typeface="Arial" panose="020B0604020202020204" pitchFamily="34" charset="0"/>
            </a:rPr>
            <a:t>Action Unit</a:t>
          </a:r>
          <a:endParaRPr lang="zh-CN" alt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536" y="691489"/>
        <a:ext cx="902670" cy="437717"/>
      </dsp:txXfrm>
    </dsp:sp>
    <dsp:sp modelId="{821F8BA2-6D75-4685-B4E7-28BCBC090A9B}">
      <dsp:nvSpPr>
        <dsp:cNvPr id="0" name=""/>
        <dsp:cNvSpPr/>
      </dsp:nvSpPr>
      <dsp:spPr>
        <a:xfrm rot="18289469">
          <a:off x="792131" y="620016"/>
          <a:ext cx="651349" cy="45966"/>
        </a:xfrm>
        <a:custGeom>
          <a:avLst/>
          <a:gdLst/>
          <a:ahLst/>
          <a:cxnLst/>
          <a:rect l="0" t="0" r="0" b="0"/>
          <a:pathLst>
            <a:path>
              <a:moveTo>
                <a:pt x="0" y="22983"/>
              </a:moveTo>
              <a:lnTo>
                <a:pt x="651349" y="22983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01522" y="626716"/>
        <a:ext cx="32567" cy="32567"/>
      </dsp:txXfrm>
    </dsp:sp>
    <dsp:sp modelId="{643A3E4F-42E0-4536-B4A2-E6F2B769DA74}">
      <dsp:nvSpPr>
        <dsp:cNvPr id="0" name=""/>
        <dsp:cNvSpPr/>
      </dsp:nvSpPr>
      <dsp:spPr>
        <a:xfrm>
          <a:off x="1303787" y="143175"/>
          <a:ext cx="929906" cy="4649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>
              <a:latin typeface="Arial" panose="020B0604020202020204" pitchFamily="34" charset="0"/>
              <a:cs typeface="Arial" panose="020B0604020202020204" pitchFamily="34" charset="0"/>
            </a:rPr>
            <a:t>Action Type</a:t>
          </a:r>
          <a:endParaRPr lang="zh-CN" alt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17405" y="156793"/>
        <a:ext cx="902670" cy="437717"/>
      </dsp:txXfrm>
    </dsp:sp>
    <dsp:sp modelId="{7DAD669D-5C12-4299-AA2F-7454A5FE13ED}">
      <dsp:nvSpPr>
        <dsp:cNvPr id="0" name=""/>
        <dsp:cNvSpPr/>
      </dsp:nvSpPr>
      <dsp:spPr>
        <a:xfrm>
          <a:off x="931824" y="887365"/>
          <a:ext cx="371962" cy="45966"/>
        </a:xfrm>
        <a:custGeom>
          <a:avLst/>
          <a:gdLst/>
          <a:ahLst/>
          <a:cxnLst/>
          <a:rect l="0" t="0" r="0" b="0"/>
          <a:pathLst>
            <a:path>
              <a:moveTo>
                <a:pt x="0" y="22983"/>
              </a:moveTo>
              <a:lnTo>
                <a:pt x="371962" y="22983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08507" y="901049"/>
        <a:ext cx="18598" cy="18598"/>
      </dsp:txXfrm>
    </dsp:sp>
    <dsp:sp modelId="{A1E7F07E-8E44-4047-9B38-9BC0C5CB93C1}">
      <dsp:nvSpPr>
        <dsp:cNvPr id="0" name=""/>
        <dsp:cNvSpPr/>
      </dsp:nvSpPr>
      <dsp:spPr>
        <a:xfrm>
          <a:off x="1303787" y="677871"/>
          <a:ext cx="929906" cy="4649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>
              <a:latin typeface="Arial" panose="020B0604020202020204" pitchFamily="34" charset="0"/>
              <a:cs typeface="Arial" panose="020B0604020202020204" pitchFamily="34" charset="0"/>
            </a:rPr>
            <a:t>Object IDs</a:t>
          </a:r>
          <a:endParaRPr lang="zh-CN" alt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17405" y="691489"/>
        <a:ext cx="902670" cy="437717"/>
      </dsp:txXfrm>
    </dsp:sp>
    <dsp:sp modelId="{D08DEE33-4CFD-491A-BC0C-7A0A22892846}">
      <dsp:nvSpPr>
        <dsp:cNvPr id="0" name=""/>
        <dsp:cNvSpPr/>
      </dsp:nvSpPr>
      <dsp:spPr>
        <a:xfrm rot="19457599">
          <a:off x="2190638" y="753691"/>
          <a:ext cx="458073" cy="45966"/>
        </a:xfrm>
        <a:custGeom>
          <a:avLst/>
          <a:gdLst/>
          <a:ahLst/>
          <a:cxnLst/>
          <a:rect l="0" t="0" r="0" b="0"/>
          <a:pathLst>
            <a:path>
              <a:moveTo>
                <a:pt x="0" y="22983"/>
              </a:moveTo>
              <a:lnTo>
                <a:pt x="458073" y="22983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00" kern="1200"/>
        </a:p>
      </dsp:txBody>
      <dsp:txXfrm>
        <a:off x="2408223" y="765222"/>
        <a:ext cx="22903" cy="22903"/>
      </dsp:txXfrm>
    </dsp:sp>
    <dsp:sp modelId="{F907CF16-5DE2-4D96-9101-7D8372135C65}">
      <dsp:nvSpPr>
        <dsp:cNvPr id="0" name=""/>
        <dsp:cNvSpPr/>
      </dsp:nvSpPr>
      <dsp:spPr>
        <a:xfrm>
          <a:off x="2605657" y="410523"/>
          <a:ext cx="929906" cy="4649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>
              <a:latin typeface="Arial" panose="020B0604020202020204" pitchFamily="34" charset="0"/>
              <a:cs typeface="Arial" panose="020B0604020202020204" pitchFamily="34" charset="0"/>
            </a:rPr>
            <a:t>Script ID</a:t>
          </a:r>
          <a:endParaRPr lang="zh-CN" alt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19275" y="424141"/>
        <a:ext cx="902670" cy="437717"/>
      </dsp:txXfrm>
    </dsp:sp>
    <dsp:sp modelId="{77CBC3D0-D702-456F-BFAE-E09A1E7A97A3}">
      <dsp:nvSpPr>
        <dsp:cNvPr id="0" name=""/>
        <dsp:cNvSpPr/>
      </dsp:nvSpPr>
      <dsp:spPr>
        <a:xfrm rot="2142401">
          <a:off x="2190638" y="1021039"/>
          <a:ext cx="458073" cy="45966"/>
        </a:xfrm>
        <a:custGeom>
          <a:avLst/>
          <a:gdLst/>
          <a:ahLst/>
          <a:cxnLst/>
          <a:rect l="0" t="0" r="0" b="0"/>
          <a:pathLst>
            <a:path>
              <a:moveTo>
                <a:pt x="0" y="22983"/>
              </a:moveTo>
              <a:lnTo>
                <a:pt x="458073" y="22983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00" kern="1200"/>
        </a:p>
      </dsp:txBody>
      <dsp:txXfrm>
        <a:off x="2408223" y="1032570"/>
        <a:ext cx="22903" cy="22903"/>
      </dsp:txXfrm>
    </dsp:sp>
    <dsp:sp modelId="{264068CB-3E68-49ED-8910-525746E5C4F4}">
      <dsp:nvSpPr>
        <dsp:cNvPr id="0" name=""/>
        <dsp:cNvSpPr/>
      </dsp:nvSpPr>
      <dsp:spPr>
        <a:xfrm>
          <a:off x="2605657" y="945220"/>
          <a:ext cx="929906" cy="4649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>
              <a:latin typeface="Arial" panose="020B0604020202020204" pitchFamily="34" charset="0"/>
              <a:cs typeface="Arial" panose="020B0604020202020204" pitchFamily="34" charset="0"/>
            </a:rPr>
            <a:t>Object ID</a:t>
          </a:r>
          <a:endParaRPr lang="zh-CN" alt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19275" y="958838"/>
        <a:ext cx="902670" cy="437717"/>
      </dsp:txXfrm>
    </dsp:sp>
    <dsp:sp modelId="{14D4FAA1-632C-46F2-ADE8-6EE96409A3BD}">
      <dsp:nvSpPr>
        <dsp:cNvPr id="0" name=""/>
        <dsp:cNvSpPr/>
      </dsp:nvSpPr>
      <dsp:spPr>
        <a:xfrm rot="3310531">
          <a:off x="792131" y="1154713"/>
          <a:ext cx="651349" cy="45966"/>
        </a:xfrm>
        <a:custGeom>
          <a:avLst/>
          <a:gdLst/>
          <a:ahLst/>
          <a:cxnLst/>
          <a:rect l="0" t="0" r="0" b="0"/>
          <a:pathLst>
            <a:path>
              <a:moveTo>
                <a:pt x="0" y="22983"/>
              </a:moveTo>
              <a:lnTo>
                <a:pt x="651349" y="22983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01522" y="1161412"/>
        <a:ext cx="32567" cy="32567"/>
      </dsp:txXfrm>
    </dsp:sp>
    <dsp:sp modelId="{AB6AF5DD-AD08-4FEA-BE2E-7FAAA175FD75}">
      <dsp:nvSpPr>
        <dsp:cNvPr id="0" name=""/>
        <dsp:cNvSpPr/>
      </dsp:nvSpPr>
      <dsp:spPr>
        <a:xfrm>
          <a:off x="1303787" y="1212568"/>
          <a:ext cx="929906" cy="4649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>
              <a:latin typeface="Arial" panose="020B0604020202020204" pitchFamily="34" charset="0"/>
              <a:cs typeface="Arial" panose="020B0604020202020204" pitchFamily="34" charset="0"/>
            </a:rPr>
            <a:t>Parameters</a:t>
          </a:r>
          <a:endParaRPr lang="zh-CN" alt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17405" y="1226186"/>
        <a:ext cx="902670" cy="4377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74A61-67F3-4F57-B47E-A906B9FB4674}">
      <dsp:nvSpPr>
        <dsp:cNvPr id="0" name=""/>
        <dsp:cNvSpPr/>
      </dsp:nvSpPr>
      <dsp:spPr>
        <a:xfrm>
          <a:off x="1918" y="677871"/>
          <a:ext cx="929906" cy="464953"/>
        </a:xfrm>
        <a:prstGeom prst="roundRect">
          <a:avLst>
            <a:gd name="adj" fmla="val 10000"/>
          </a:avLst>
        </a:prstGeom>
        <a:solidFill>
          <a:srgbClr val="56C8F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>
              <a:latin typeface="Arial" panose="020B0604020202020204" pitchFamily="34" charset="0"/>
              <a:cs typeface="Arial" panose="020B0604020202020204" pitchFamily="34" charset="0"/>
            </a:rPr>
            <a:t>Action Unit</a:t>
          </a:r>
          <a:endParaRPr lang="zh-CN" altLang="en-US" sz="14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536" y="691489"/>
        <a:ext cx="902670" cy="437717"/>
      </dsp:txXfrm>
    </dsp:sp>
    <dsp:sp modelId="{821F8BA2-6D75-4685-B4E7-28BCBC090A9B}">
      <dsp:nvSpPr>
        <dsp:cNvPr id="0" name=""/>
        <dsp:cNvSpPr/>
      </dsp:nvSpPr>
      <dsp:spPr>
        <a:xfrm rot="18289469">
          <a:off x="792131" y="620016"/>
          <a:ext cx="651349" cy="45966"/>
        </a:xfrm>
        <a:custGeom>
          <a:avLst/>
          <a:gdLst/>
          <a:ahLst/>
          <a:cxnLst/>
          <a:rect l="0" t="0" r="0" b="0"/>
          <a:pathLst>
            <a:path>
              <a:moveTo>
                <a:pt x="0" y="22983"/>
              </a:moveTo>
              <a:lnTo>
                <a:pt x="651349" y="22983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01522" y="626716"/>
        <a:ext cx="32567" cy="32567"/>
      </dsp:txXfrm>
    </dsp:sp>
    <dsp:sp modelId="{643A3E4F-42E0-4536-B4A2-E6F2B769DA74}">
      <dsp:nvSpPr>
        <dsp:cNvPr id="0" name=""/>
        <dsp:cNvSpPr/>
      </dsp:nvSpPr>
      <dsp:spPr>
        <a:xfrm>
          <a:off x="1303787" y="143175"/>
          <a:ext cx="929906" cy="464953"/>
        </a:xfrm>
        <a:prstGeom prst="roundRect">
          <a:avLst>
            <a:gd name="adj" fmla="val 10000"/>
          </a:avLst>
        </a:prstGeom>
        <a:solidFill>
          <a:srgbClr val="56C8F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>
              <a:latin typeface="Arial" panose="020B0604020202020204" pitchFamily="34" charset="0"/>
              <a:cs typeface="Arial" panose="020B0604020202020204" pitchFamily="34" charset="0"/>
            </a:rPr>
            <a:t>Action Type</a:t>
          </a:r>
          <a:endParaRPr lang="zh-CN" altLang="en-US" sz="1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17405" y="156793"/>
        <a:ext cx="902670" cy="437717"/>
      </dsp:txXfrm>
    </dsp:sp>
    <dsp:sp modelId="{7DAD669D-5C12-4299-AA2F-7454A5FE13ED}">
      <dsp:nvSpPr>
        <dsp:cNvPr id="0" name=""/>
        <dsp:cNvSpPr/>
      </dsp:nvSpPr>
      <dsp:spPr>
        <a:xfrm>
          <a:off x="931824" y="887365"/>
          <a:ext cx="371962" cy="45966"/>
        </a:xfrm>
        <a:custGeom>
          <a:avLst/>
          <a:gdLst/>
          <a:ahLst/>
          <a:cxnLst/>
          <a:rect l="0" t="0" r="0" b="0"/>
          <a:pathLst>
            <a:path>
              <a:moveTo>
                <a:pt x="0" y="22983"/>
              </a:moveTo>
              <a:lnTo>
                <a:pt x="371962" y="22983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08507" y="901049"/>
        <a:ext cx="18598" cy="18598"/>
      </dsp:txXfrm>
    </dsp:sp>
    <dsp:sp modelId="{A1E7F07E-8E44-4047-9B38-9BC0C5CB93C1}">
      <dsp:nvSpPr>
        <dsp:cNvPr id="0" name=""/>
        <dsp:cNvSpPr/>
      </dsp:nvSpPr>
      <dsp:spPr>
        <a:xfrm>
          <a:off x="1303787" y="677871"/>
          <a:ext cx="929906" cy="464953"/>
        </a:xfrm>
        <a:prstGeom prst="roundRect">
          <a:avLst>
            <a:gd name="adj" fmla="val 10000"/>
          </a:avLst>
        </a:prstGeom>
        <a:solidFill>
          <a:srgbClr val="56C8F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>
              <a:latin typeface="Arial" panose="020B0604020202020204" pitchFamily="34" charset="0"/>
              <a:cs typeface="Arial" panose="020B0604020202020204" pitchFamily="34" charset="0"/>
            </a:rPr>
            <a:t>Object IDs</a:t>
          </a:r>
          <a:endParaRPr lang="zh-CN" altLang="en-US" sz="1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17405" y="691489"/>
        <a:ext cx="902670" cy="437717"/>
      </dsp:txXfrm>
    </dsp:sp>
    <dsp:sp modelId="{D08DEE33-4CFD-491A-BC0C-7A0A22892846}">
      <dsp:nvSpPr>
        <dsp:cNvPr id="0" name=""/>
        <dsp:cNvSpPr/>
      </dsp:nvSpPr>
      <dsp:spPr>
        <a:xfrm rot="19457599">
          <a:off x="2190638" y="753691"/>
          <a:ext cx="458073" cy="45966"/>
        </a:xfrm>
        <a:custGeom>
          <a:avLst/>
          <a:gdLst/>
          <a:ahLst/>
          <a:cxnLst/>
          <a:rect l="0" t="0" r="0" b="0"/>
          <a:pathLst>
            <a:path>
              <a:moveTo>
                <a:pt x="0" y="22983"/>
              </a:moveTo>
              <a:lnTo>
                <a:pt x="458073" y="22983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00" kern="1200"/>
        </a:p>
      </dsp:txBody>
      <dsp:txXfrm>
        <a:off x="2408223" y="765222"/>
        <a:ext cx="22903" cy="22903"/>
      </dsp:txXfrm>
    </dsp:sp>
    <dsp:sp modelId="{F907CF16-5DE2-4D96-9101-7D8372135C65}">
      <dsp:nvSpPr>
        <dsp:cNvPr id="0" name=""/>
        <dsp:cNvSpPr/>
      </dsp:nvSpPr>
      <dsp:spPr>
        <a:xfrm>
          <a:off x="2605657" y="410523"/>
          <a:ext cx="929906" cy="464953"/>
        </a:xfrm>
        <a:prstGeom prst="roundRect">
          <a:avLst>
            <a:gd name="adj" fmla="val 10000"/>
          </a:avLst>
        </a:prstGeom>
        <a:solidFill>
          <a:srgbClr val="56C8F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>
              <a:latin typeface="Arial" panose="020B0604020202020204" pitchFamily="34" charset="0"/>
              <a:cs typeface="Arial" panose="020B0604020202020204" pitchFamily="34" charset="0"/>
            </a:rPr>
            <a:t>Script ID</a:t>
          </a:r>
          <a:endParaRPr lang="zh-CN" altLang="en-US" sz="1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19275" y="424141"/>
        <a:ext cx="902670" cy="437717"/>
      </dsp:txXfrm>
    </dsp:sp>
    <dsp:sp modelId="{77CBC3D0-D702-456F-BFAE-E09A1E7A97A3}">
      <dsp:nvSpPr>
        <dsp:cNvPr id="0" name=""/>
        <dsp:cNvSpPr/>
      </dsp:nvSpPr>
      <dsp:spPr>
        <a:xfrm rot="2142401">
          <a:off x="2190638" y="1021039"/>
          <a:ext cx="458073" cy="45966"/>
        </a:xfrm>
        <a:custGeom>
          <a:avLst/>
          <a:gdLst/>
          <a:ahLst/>
          <a:cxnLst/>
          <a:rect l="0" t="0" r="0" b="0"/>
          <a:pathLst>
            <a:path>
              <a:moveTo>
                <a:pt x="0" y="22983"/>
              </a:moveTo>
              <a:lnTo>
                <a:pt x="458073" y="22983"/>
              </a:lnTo>
            </a:path>
          </a:pathLst>
        </a:custGeom>
        <a:noFill/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00" kern="1200"/>
        </a:p>
      </dsp:txBody>
      <dsp:txXfrm>
        <a:off x="2408223" y="1032570"/>
        <a:ext cx="22903" cy="22903"/>
      </dsp:txXfrm>
    </dsp:sp>
    <dsp:sp modelId="{264068CB-3E68-49ED-8910-525746E5C4F4}">
      <dsp:nvSpPr>
        <dsp:cNvPr id="0" name=""/>
        <dsp:cNvSpPr/>
      </dsp:nvSpPr>
      <dsp:spPr>
        <a:xfrm>
          <a:off x="2605657" y="945220"/>
          <a:ext cx="929906" cy="464953"/>
        </a:xfrm>
        <a:prstGeom prst="roundRect">
          <a:avLst>
            <a:gd name="adj" fmla="val 10000"/>
          </a:avLst>
        </a:prstGeom>
        <a:solidFill>
          <a:srgbClr val="56C8F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>
              <a:latin typeface="Arial" panose="020B0604020202020204" pitchFamily="34" charset="0"/>
              <a:cs typeface="Arial" panose="020B0604020202020204" pitchFamily="34" charset="0"/>
            </a:rPr>
            <a:t>Object ID</a:t>
          </a:r>
          <a:endParaRPr lang="zh-CN" altLang="en-US" sz="1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19275" y="958838"/>
        <a:ext cx="902670" cy="437717"/>
      </dsp:txXfrm>
    </dsp:sp>
    <dsp:sp modelId="{14D4FAA1-632C-46F2-ADE8-6EE96409A3BD}">
      <dsp:nvSpPr>
        <dsp:cNvPr id="0" name=""/>
        <dsp:cNvSpPr/>
      </dsp:nvSpPr>
      <dsp:spPr>
        <a:xfrm rot="3310531">
          <a:off x="792131" y="1154713"/>
          <a:ext cx="651349" cy="45966"/>
        </a:xfrm>
        <a:custGeom>
          <a:avLst/>
          <a:gdLst/>
          <a:ahLst/>
          <a:cxnLst/>
          <a:rect l="0" t="0" r="0" b="0"/>
          <a:pathLst>
            <a:path>
              <a:moveTo>
                <a:pt x="0" y="22983"/>
              </a:moveTo>
              <a:lnTo>
                <a:pt x="651349" y="22983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01522" y="1161412"/>
        <a:ext cx="32567" cy="32567"/>
      </dsp:txXfrm>
    </dsp:sp>
    <dsp:sp modelId="{AB6AF5DD-AD08-4FEA-BE2E-7FAAA175FD75}">
      <dsp:nvSpPr>
        <dsp:cNvPr id="0" name=""/>
        <dsp:cNvSpPr/>
      </dsp:nvSpPr>
      <dsp:spPr>
        <a:xfrm>
          <a:off x="1303787" y="1212568"/>
          <a:ext cx="929906" cy="464953"/>
        </a:xfrm>
        <a:prstGeom prst="roundRect">
          <a:avLst>
            <a:gd name="adj" fmla="val 10000"/>
          </a:avLst>
        </a:prstGeom>
        <a:solidFill>
          <a:srgbClr val="56C8F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>
              <a:latin typeface="Arial" panose="020B0604020202020204" pitchFamily="34" charset="0"/>
              <a:cs typeface="Arial" panose="020B0604020202020204" pitchFamily="34" charset="0"/>
            </a:rPr>
            <a:t>Parameters</a:t>
          </a:r>
          <a:endParaRPr lang="zh-CN" altLang="en-US" sz="1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17405" y="1226186"/>
        <a:ext cx="902670" cy="4377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81496-E415-B83C-1F2C-FE3C07E5E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048787-3DEF-617F-DA16-D3FFCAF2A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A77D86-02ED-F549-B0E1-C60B5EF7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7792EB-C956-2BFD-FE29-0850E0EF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B0685C-321A-8FEA-F356-D98D29FB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42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D851F-67CB-79EC-7FB3-6704809C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A50177-BD5E-F7B6-0F9E-9BECA19ED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6A8C8-4CDA-3277-AD2D-C4370227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3C632-B76A-611B-6C67-6AE7C181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15F76B-AAEB-7243-FCF3-F9FEE228B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71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322C7-C9EC-CC39-8221-ED2C863CD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D94172-FA3A-A129-6C9B-C4B81A6BF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EDB9FE-8C3B-4057-D55C-A00ADCA9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024FBF-2C96-866F-8B37-1454A34FA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60811-22C2-B30A-E681-2ED0B7B9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B555B-AA5E-0EE3-61B7-5C3FACD99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120843-3224-9483-5166-BCA01F849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D5C302-085D-5FAB-7F73-242D150CC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BB6E55-536F-24E9-942B-18C0273F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CB22EA-DC0F-46A8-7099-8D730BC6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6FBAAB-CCFC-CB1A-85CE-5805E2F1D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4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50812-0C9D-AEBA-0EC6-60975412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3F36C5-B486-588E-6A16-992F5A71E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894E7B-060B-8B46-316A-408FDE2E4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A0DFF9-6F2D-385B-FA9A-E000E448B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425F8B-B88F-DAD4-FF52-82458AD1F9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F48ADF-1A54-DEB9-FA08-1136D53B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95590D9-B1F9-5398-6275-001F14F60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3FC156-1CB3-090D-0891-45E60BEB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99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34CDC-6DC5-A0F7-E134-5C514474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6D7BA1-9376-3301-CB9E-281808F2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BCF305-75C5-E867-D75F-882CD6529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D2712D-092A-9E93-83A7-80C3AB11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074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1021F1-165B-B682-5A71-03160F008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6F3B04-5EA8-0386-27C8-30DB05A9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297F55-DD1F-DA75-5AAC-08A6ACDC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069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D3CA4-DA62-321D-10AE-BEF3B49C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C419A2-18E9-903C-CE9C-BE97652D6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0D3F9A-EF60-4850-3098-33853BE64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8A36A5-425E-08A3-925B-0059A776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FC584-A611-6726-06E4-039079F59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BDE01C-AD41-0C82-829A-8221A9D0E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29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9BF31-A2BA-1FE6-B4AE-6F70A500A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889E54-8B63-AE99-68B2-D3896C5CC4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D6C7EE-3F5D-78F6-7A24-4ED83C4C7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4093E0-B831-F0A2-B8DA-C1B87E1F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FA0694-6965-A4A0-11B2-1D45E8EA7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2F71A4-7515-8394-DB08-A2E03CC5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39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144744-0FF5-333B-8976-91398C428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95548B-1F29-F64A-AFAA-58178E2F0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3D7A5-1536-D451-8E9C-4A06B6497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BEB0F-E1D1-7187-41BD-8A51848B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E44B3A-7E2D-E92C-8E75-AC3575BEA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492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BA733E4-5B89-1684-90D3-A0F3BB627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195950-6C49-BF8F-3A8F-639427986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24C925-CA63-B8F6-042F-E0FEA78D1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AC9F-6FCF-4C29-B97A-73D590DDF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1416C9-2E5B-3BFE-1539-A2CF2FAEC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CCEF62-51FE-6C5C-A137-3A728324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670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E72304-7B40-0903-D822-CB27F359D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4AC095-7AD0-18C0-318A-F34513E03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1C724F-06BC-053A-9895-E3A9BA128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1AC9F-6FCF-4C29-B97A-73D590DDF465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FD6149-200B-8C05-0A73-42242D4EB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7E494-989E-BDA9-EC44-A7E637EAB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C22C6-1916-4AB7-B69A-F4FBB54DA2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147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>
            <a:extLst>
              <a:ext uri="{FF2B5EF4-FFF2-40B4-BE49-F238E27FC236}">
                <a16:creationId xmlns:a16="http://schemas.microsoft.com/office/drawing/2014/main" id="{290AB217-A902-D542-96D5-38FB0CD4E7F8}"/>
              </a:ext>
            </a:extLst>
          </p:cNvPr>
          <p:cNvSpPr/>
          <p:nvPr/>
        </p:nvSpPr>
        <p:spPr>
          <a:xfrm>
            <a:off x="156634" y="111638"/>
            <a:ext cx="8665092" cy="288544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VRAgent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B393A6D-6288-9B67-1DD5-022B29AF3F5B}"/>
              </a:ext>
            </a:extLst>
          </p:cNvPr>
          <p:cNvSpPr/>
          <p:nvPr/>
        </p:nvSpPr>
        <p:spPr>
          <a:xfrm>
            <a:off x="310650" y="2305404"/>
            <a:ext cx="1694645" cy="520947"/>
          </a:xfrm>
          <a:prstGeom prst="rect">
            <a:avLst/>
          </a:prstGeom>
          <a:noFill/>
          <a:ln w="222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/>
          <a:extLst>
            <a:ext uri="{31F19639-BCED-4A60-ADC4-E9642A236FB7}">
              <a14:hiddenScene3d xmlns:a14="http://schemas.microsoft.com/office/drawing/2010/main">
                <a:camera prst="isometricLeftDown">
                  <a:rot lat="480000" lon="2700000" rev="0"/>
                </a:camera>
                <a:lightRig rig="threePt" dir="t"/>
              </a14:hiddenScene3d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270" lIns="36000" tIns="0" bIns="0" rtlCol="0" anchor="t"/>
          <a:lstStyle/>
          <a:p>
            <a:pPr algn="ctr">
              <a:lnSpc>
                <a:spcPts val="900"/>
              </a:lnSpc>
            </a:pPr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Adapted Action</a:t>
            </a:r>
            <a:b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Units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624BEE3-3F76-24EC-63C2-D4F0CDC81311}"/>
              </a:ext>
            </a:extLst>
          </p:cNvPr>
          <p:cNvSpPr/>
          <p:nvPr/>
        </p:nvSpPr>
        <p:spPr>
          <a:xfrm>
            <a:off x="300492" y="452190"/>
            <a:ext cx="2370720" cy="156095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Disk Storage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3B43F3-CC2D-2265-50C6-9D7592D91DA7}"/>
              </a:ext>
            </a:extLst>
          </p:cNvPr>
          <p:cNvSpPr/>
          <p:nvPr/>
        </p:nvSpPr>
        <p:spPr>
          <a:xfrm>
            <a:off x="374316" y="751838"/>
            <a:ext cx="2227185" cy="1131327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99CB38">
                  <a:satMod val="103000"/>
                  <a:lumMod val="102000"/>
                  <a:tint val="94000"/>
                </a:srgbClr>
              </a:gs>
              <a:gs pos="50000">
                <a:srgbClr val="99CB38">
                  <a:satMod val="110000"/>
                  <a:lumMod val="100000"/>
                  <a:shade val="100000"/>
                </a:srgbClr>
              </a:gs>
              <a:gs pos="100000">
                <a:srgbClr val="99CB38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Test Plan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4BABB93-14A9-4DB4-FCAA-C4C1C2B7B514}"/>
              </a:ext>
            </a:extLst>
          </p:cNvPr>
          <p:cNvSpPr/>
          <p:nvPr/>
        </p:nvSpPr>
        <p:spPr>
          <a:xfrm>
            <a:off x="437797" y="1098555"/>
            <a:ext cx="1563037" cy="6648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Task Unit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C0AD74C-3376-781B-165A-C98CE3BF065E}"/>
              </a:ext>
            </a:extLst>
          </p:cNvPr>
          <p:cNvSpPr/>
          <p:nvPr/>
        </p:nvSpPr>
        <p:spPr>
          <a:xfrm>
            <a:off x="2040750" y="1098555"/>
            <a:ext cx="227444" cy="6648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A7DAE44-6B32-59F7-0DAC-81F58C1EA818}"/>
              </a:ext>
            </a:extLst>
          </p:cNvPr>
          <p:cNvSpPr/>
          <p:nvPr/>
        </p:nvSpPr>
        <p:spPr>
          <a:xfrm>
            <a:off x="2308347" y="1098555"/>
            <a:ext cx="227444" cy="6648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D40DCAD-6F57-8EF4-2E13-716C55E8C2E5}"/>
              </a:ext>
            </a:extLst>
          </p:cNvPr>
          <p:cNvSpPr/>
          <p:nvPr/>
        </p:nvSpPr>
        <p:spPr>
          <a:xfrm>
            <a:off x="495525" y="1390816"/>
            <a:ext cx="1067168" cy="28832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Action Unit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375D1F2-6A94-E51D-692A-805B0D397098}"/>
              </a:ext>
            </a:extLst>
          </p:cNvPr>
          <p:cNvSpPr/>
          <p:nvPr/>
        </p:nvSpPr>
        <p:spPr>
          <a:xfrm flipH="1">
            <a:off x="1608867" y="1390816"/>
            <a:ext cx="120311" cy="28832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箭头: 下 51">
            <a:extLst>
              <a:ext uri="{FF2B5EF4-FFF2-40B4-BE49-F238E27FC236}">
                <a16:creationId xmlns:a16="http://schemas.microsoft.com/office/drawing/2014/main" id="{A2194F92-5B13-1FCA-ED0D-5B5C9CEB77BB}"/>
              </a:ext>
            </a:extLst>
          </p:cNvPr>
          <p:cNvSpPr/>
          <p:nvPr/>
        </p:nvSpPr>
        <p:spPr>
          <a:xfrm>
            <a:off x="646222" y="1693497"/>
            <a:ext cx="304394" cy="688315"/>
          </a:xfrm>
          <a:prstGeom prst="downArrow">
            <a:avLst>
              <a:gd name="adj1" fmla="val 69470"/>
              <a:gd name="adj2" fmla="val 4883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>
              <a:lnSpc>
                <a:spcPts val="700"/>
              </a:lnSpc>
            </a:pPr>
            <a:r>
              <a:rPr lang="en-US" altLang="zh-C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Reading</a:t>
            </a:r>
            <a:endParaRPr lang="zh-CN" alt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D036A25-3159-F7FF-BDAD-54E5C32740C1}"/>
              </a:ext>
            </a:extLst>
          </p:cNvPr>
          <p:cNvSpPr/>
          <p:nvPr/>
        </p:nvSpPr>
        <p:spPr>
          <a:xfrm flipH="1">
            <a:off x="1762871" y="1390816"/>
            <a:ext cx="120311" cy="28832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9B530021-2AB5-8084-42CC-4720A03FA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459" y="785026"/>
            <a:ext cx="295675" cy="298581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DEA00B1C-13E2-A822-3E03-02E63E103491}"/>
              </a:ext>
            </a:extLst>
          </p:cNvPr>
          <p:cNvSpPr/>
          <p:nvPr/>
        </p:nvSpPr>
        <p:spPr>
          <a:xfrm>
            <a:off x="2764517" y="465923"/>
            <a:ext cx="1919768" cy="182069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Edit-time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97A2967-999E-822B-C6AB-C86F5BD20FF6}"/>
              </a:ext>
            </a:extLst>
          </p:cNvPr>
          <p:cNvSpPr/>
          <p:nvPr/>
        </p:nvSpPr>
        <p:spPr>
          <a:xfrm>
            <a:off x="4995321" y="465923"/>
            <a:ext cx="3246979" cy="182069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Play Mode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: Rounded Corners 169">
            <a:extLst>
              <a:ext uri="{FF2B5EF4-FFF2-40B4-BE49-F238E27FC236}">
                <a16:creationId xmlns:a16="http://schemas.microsoft.com/office/drawing/2014/main" id="{D038F863-32E4-EAE6-F113-614BCEAC0254}"/>
              </a:ext>
            </a:extLst>
          </p:cNvPr>
          <p:cNvSpPr/>
          <p:nvPr/>
        </p:nvSpPr>
        <p:spPr>
          <a:xfrm>
            <a:off x="4337684" y="1877643"/>
            <a:ext cx="1028533" cy="248250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85000"/>
            </a:sysClr>
          </a:solidFill>
          <a:ln w="25400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lvl="0" algn="ctr" defTabSz="326532"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Calibri"/>
                <a:cs typeface="Calibri"/>
              </a:rPr>
              <a:t>ID Manager</a:t>
            </a:r>
            <a:endParaRPr lang="en-HK" altLang="zh-CN" sz="1200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3DEBD1C6-D5C2-7CF4-18D7-4063460820E3}"/>
              </a:ext>
            </a:extLst>
          </p:cNvPr>
          <p:cNvSpPr/>
          <p:nvPr/>
        </p:nvSpPr>
        <p:spPr>
          <a:xfrm>
            <a:off x="2911899" y="893597"/>
            <a:ext cx="1463679" cy="1211819"/>
          </a:xfrm>
          <a:custGeom>
            <a:avLst/>
            <a:gdLst>
              <a:gd name="connsiteX0" fmla="*/ 574996 w 1742092"/>
              <a:gd name="connsiteY0" fmla="*/ 775 h 1732694"/>
              <a:gd name="connsiteX1" fmla="*/ 287129 w 1742092"/>
              <a:gd name="connsiteY1" fmla="*/ 119308 h 1732694"/>
              <a:gd name="connsiteX2" fmla="*/ 3496 w 1742092"/>
              <a:gd name="connsiteY2" fmla="*/ 551108 h 1732694"/>
              <a:gd name="connsiteX3" fmla="*/ 147429 w 1742092"/>
              <a:gd name="connsiteY3" fmla="*/ 961742 h 1732694"/>
              <a:gd name="connsiteX4" fmla="*/ 418363 w 1742092"/>
              <a:gd name="connsiteY4" fmla="*/ 1152242 h 1732694"/>
              <a:gd name="connsiteX5" fmla="*/ 431063 w 1742092"/>
              <a:gd name="connsiteY5" fmla="*/ 1512075 h 1732694"/>
              <a:gd name="connsiteX6" fmla="*/ 659663 w 1742092"/>
              <a:gd name="connsiteY6" fmla="*/ 1719508 h 1732694"/>
              <a:gd name="connsiteX7" fmla="*/ 1082996 w 1742092"/>
              <a:gd name="connsiteY7" fmla="*/ 1677175 h 1732694"/>
              <a:gd name="connsiteX8" fmla="*/ 1205763 w 1742092"/>
              <a:gd name="connsiteY8" fmla="*/ 1397775 h 1732694"/>
              <a:gd name="connsiteX9" fmla="*/ 1375096 w 1742092"/>
              <a:gd name="connsiteY9" fmla="*/ 1351208 h 1732694"/>
              <a:gd name="connsiteX10" fmla="*/ 1679896 w 1742092"/>
              <a:gd name="connsiteY10" fmla="*/ 1181875 h 1732694"/>
              <a:gd name="connsiteX11" fmla="*/ 1739163 w 1742092"/>
              <a:gd name="connsiteY11" fmla="*/ 788175 h 1732694"/>
              <a:gd name="connsiteX12" fmla="*/ 1629096 w 1742092"/>
              <a:gd name="connsiteY12" fmla="*/ 309808 h 1732694"/>
              <a:gd name="connsiteX13" fmla="*/ 1129563 w 1742092"/>
              <a:gd name="connsiteY13" fmla="*/ 81208 h 1732694"/>
              <a:gd name="connsiteX14" fmla="*/ 574996 w 1742092"/>
              <a:gd name="connsiteY14" fmla="*/ 775 h 1732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42092" h="1732694">
                <a:moveTo>
                  <a:pt x="574996" y="775"/>
                </a:moveTo>
                <a:cubicBezTo>
                  <a:pt x="434590" y="7125"/>
                  <a:pt x="382379" y="27586"/>
                  <a:pt x="287129" y="119308"/>
                </a:cubicBezTo>
                <a:cubicBezTo>
                  <a:pt x="191879" y="211030"/>
                  <a:pt x="26779" y="410702"/>
                  <a:pt x="3496" y="551108"/>
                </a:cubicBezTo>
                <a:cubicBezTo>
                  <a:pt x="-19787" y="691514"/>
                  <a:pt x="78285" y="861553"/>
                  <a:pt x="147429" y="961742"/>
                </a:cubicBezTo>
                <a:cubicBezTo>
                  <a:pt x="216573" y="1061931"/>
                  <a:pt x="371091" y="1060520"/>
                  <a:pt x="418363" y="1152242"/>
                </a:cubicBezTo>
                <a:cubicBezTo>
                  <a:pt x="465635" y="1243964"/>
                  <a:pt x="390846" y="1417531"/>
                  <a:pt x="431063" y="1512075"/>
                </a:cubicBezTo>
                <a:cubicBezTo>
                  <a:pt x="471280" y="1606619"/>
                  <a:pt x="551008" y="1691991"/>
                  <a:pt x="659663" y="1719508"/>
                </a:cubicBezTo>
                <a:cubicBezTo>
                  <a:pt x="768318" y="1747025"/>
                  <a:pt x="991979" y="1730797"/>
                  <a:pt x="1082996" y="1677175"/>
                </a:cubicBezTo>
                <a:cubicBezTo>
                  <a:pt x="1174013" y="1623553"/>
                  <a:pt x="1157080" y="1452103"/>
                  <a:pt x="1205763" y="1397775"/>
                </a:cubicBezTo>
                <a:cubicBezTo>
                  <a:pt x="1254446" y="1343447"/>
                  <a:pt x="1296074" y="1387191"/>
                  <a:pt x="1375096" y="1351208"/>
                </a:cubicBezTo>
                <a:cubicBezTo>
                  <a:pt x="1454118" y="1315225"/>
                  <a:pt x="1619218" y="1275714"/>
                  <a:pt x="1679896" y="1181875"/>
                </a:cubicBezTo>
                <a:cubicBezTo>
                  <a:pt x="1740574" y="1088036"/>
                  <a:pt x="1747630" y="933520"/>
                  <a:pt x="1739163" y="788175"/>
                </a:cubicBezTo>
                <a:cubicBezTo>
                  <a:pt x="1730696" y="642831"/>
                  <a:pt x="1730696" y="427636"/>
                  <a:pt x="1629096" y="309808"/>
                </a:cubicBezTo>
                <a:cubicBezTo>
                  <a:pt x="1527496" y="191980"/>
                  <a:pt x="1303835" y="134830"/>
                  <a:pt x="1129563" y="81208"/>
                </a:cubicBezTo>
                <a:cubicBezTo>
                  <a:pt x="955291" y="27586"/>
                  <a:pt x="715402" y="-5575"/>
                  <a:pt x="574996" y="775"/>
                </a:cubicBezTo>
                <a:close/>
              </a:path>
            </a:pathLst>
          </a:custGeom>
          <a:noFill/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943C4F-1076-8E6B-57B3-835A772A6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263" y="974662"/>
            <a:ext cx="534420" cy="53442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7FDE2E10-ECA0-14BE-F837-DCB5ED7E1827}"/>
              </a:ext>
            </a:extLst>
          </p:cNvPr>
          <p:cNvGrpSpPr/>
          <p:nvPr/>
        </p:nvGrpSpPr>
        <p:grpSpPr>
          <a:xfrm>
            <a:off x="3717931" y="1337255"/>
            <a:ext cx="436207" cy="438424"/>
            <a:chOff x="7079832" y="2188987"/>
            <a:chExt cx="667891" cy="70754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1D077F9-7167-9A24-B7EA-AF3D8B205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9832" y="2188987"/>
              <a:ext cx="609600" cy="609600"/>
            </a:xfrm>
            <a:prstGeom prst="rect">
              <a:avLst/>
            </a:prstGeom>
          </p:spPr>
        </p:pic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FC40CA9C-738D-3876-ACF7-37968F1F6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3094" y="2571906"/>
              <a:ext cx="324629" cy="324629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2AF27C-04D8-18A8-C6A0-2BDE396A6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754" y="1596278"/>
            <a:ext cx="410725" cy="410725"/>
          </a:xfrm>
          <a:prstGeom prst="rect">
            <a:avLst/>
          </a:prstGeom>
        </p:spPr>
      </p:pic>
      <p:grpSp>
        <p:nvGrpSpPr>
          <p:cNvPr id="66" name="组合 65">
            <a:extLst>
              <a:ext uri="{FF2B5EF4-FFF2-40B4-BE49-F238E27FC236}">
                <a16:creationId xmlns:a16="http://schemas.microsoft.com/office/drawing/2014/main" id="{ED690B95-F0B3-3A05-0A7E-EB4F6F648D4D}"/>
              </a:ext>
            </a:extLst>
          </p:cNvPr>
          <p:cNvGrpSpPr/>
          <p:nvPr/>
        </p:nvGrpSpPr>
        <p:grpSpPr>
          <a:xfrm>
            <a:off x="5974093" y="1232667"/>
            <a:ext cx="436207" cy="438424"/>
            <a:chOff x="7079832" y="2188987"/>
            <a:chExt cx="667891" cy="707548"/>
          </a:xfrm>
        </p:grpSpPr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8982EB95-3CAD-67F6-AFA4-E731A4989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9832" y="2188987"/>
              <a:ext cx="609600" cy="609600"/>
            </a:xfrm>
            <a:prstGeom prst="rect">
              <a:avLst/>
            </a:prstGeom>
          </p:spPr>
        </p:pic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FF1C1642-4E8F-32EC-4797-ACAF1EA32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3094" y="2571906"/>
              <a:ext cx="324629" cy="324629"/>
            </a:xfrm>
            <a:prstGeom prst="rect">
              <a:avLst/>
            </a:prstGeom>
          </p:spPr>
        </p:pic>
      </p:grpSp>
      <p:pic>
        <p:nvPicPr>
          <p:cNvPr id="71" name="图片 70">
            <a:extLst>
              <a:ext uri="{FF2B5EF4-FFF2-40B4-BE49-F238E27FC236}">
                <a16:creationId xmlns:a16="http://schemas.microsoft.com/office/drawing/2014/main" id="{75814343-3FEA-98EB-5D60-507E1DAD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916" y="1491690"/>
            <a:ext cx="410725" cy="410725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7D7F5582-6FDC-C76C-AD0D-C95F590497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842" y="910851"/>
            <a:ext cx="590507" cy="590507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BF0270D4-8BFF-562E-1B68-4AA201A8E8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363" y="488634"/>
            <a:ext cx="334416" cy="334416"/>
          </a:xfrm>
          <a:prstGeom prst="rect">
            <a:avLst/>
          </a:prstGeom>
        </p:spPr>
      </p:pic>
      <p:sp>
        <p:nvSpPr>
          <p:cNvPr id="76" name="箭头: 直角上 75">
            <a:extLst>
              <a:ext uri="{FF2B5EF4-FFF2-40B4-BE49-F238E27FC236}">
                <a16:creationId xmlns:a16="http://schemas.microsoft.com/office/drawing/2014/main" id="{0217B508-E6D5-8C57-61F7-D3124C0A6657}"/>
              </a:ext>
            </a:extLst>
          </p:cNvPr>
          <p:cNvSpPr/>
          <p:nvPr/>
        </p:nvSpPr>
        <p:spPr>
          <a:xfrm>
            <a:off x="1925797" y="2155859"/>
            <a:ext cx="2848892" cy="410936"/>
          </a:xfrm>
          <a:prstGeom prst="bentUpArrow">
            <a:avLst>
              <a:gd name="adj1" fmla="val 26040"/>
              <a:gd name="adj2" fmla="val 30918"/>
              <a:gd name="adj3" fmla="val 36773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Registration</a:t>
            </a:r>
          </a:p>
        </p:txBody>
      </p:sp>
      <p:sp>
        <p:nvSpPr>
          <p:cNvPr id="94" name="箭头: 直角上 93">
            <a:extLst>
              <a:ext uri="{FF2B5EF4-FFF2-40B4-BE49-F238E27FC236}">
                <a16:creationId xmlns:a16="http://schemas.microsoft.com/office/drawing/2014/main" id="{A8730221-4AE0-E9CB-D53F-C3D00E1285F9}"/>
              </a:ext>
            </a:extLst>
          </p:cNvPr>
          <p:cNvSpPr/>
          <p:nvPr/>
        </p:nvSpPr>
        <p:spPr>
          <a:xfrm>
            <a:off x="1925797" y="2013143"/>
            <a:ext cx="5873062" cy="699978"/>
          </a:xfrm>
          <a:prstGeom prst="bentUpArrow">
            <a:avLst>
              <a:gd name="adj1" fmla="val 15820"/>
              <a:gd name="adj2" fmla="val 21337"/>
              <a:gd name="adj3" fmla="val 32089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Loading</a:t>
            </a:r>
          </a:p>
        </p:txBody>
      </p:sp>
      <p:sp>
        <p:nvSpPr>
          <p:cNvPr id="54" name="Rectangle: Rounded Corners 169">
            <a:extLst>
              <a:ext uri="{FF2B5EF4-FFF2-40B4-BE49-F238E27FC236}">
                <a16:creationId xmlns:a16="http://schemas.microsoft.com/office/drawing/2014/main" id="{D0CEB689-82E6-11FA-A91B-8616E6F0A367}"/>
              </a:ext>
            </a:extLst>
          </p:cNvPr>
          <p:cNvSpPr/>
          <p:nvPr/>
        </p:nvSpPr>
        <p:spPr>
          <a:xfrm>
            <a:off x="2268194" y="2347706"/>
            <a:ext cx="976854" cy="427096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85000"/>
            </a:sysClr>
          </a:solidFill>
          <a:ln w="25400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lvl="0" algn="ctr" defTabSz="326532">
              <a:lnSpc>
                <a:spcPts val="1300"/>
              </a:lnSpc>
              <a:defRPr/>
            </a:pPr>
            <a:r>
              <a:rPr lang="en-US" altLang="zh-CN" sz="1400" b="1" kern="0" dirty="0">
                <a:solidFill>
                  <a:prstClr val="black"/>
                </a:solidFill>
                <a:latin typeface="Calibri"/>
                <a:cs typeface="Calibri"/>
              </a:rPr>
              <a:t>Action Manager</a:t>
            </a:r>
            <a:endParaRPr lang="en-HK" altLang="zh-CN" sz="1400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EDC1A39C-CB15-72C6-D943-AF5985FFF787}"/>
              </a:ext>
            </a:extLst>
          </p:cNvPr>
          <p:cNvGrpSpPr/>
          <p:nvPr/>
        </p:nvGrpSpPr>
        <p:grpSpPr>
          <a:xfrm>
            <a:off x="4804835" y="2021026"/>
            <a:ext cx="2697761" cy="545128"/>
            <a:chOff x="4351210" y="4175737"/>
            <a:chExt cx="4025020" cy="583570"/>
          </a:xfrm>
        </p:grpSpPr>
        <p:sp>
          <p:nvSpPr>
            <p:cNvPr id="98" name="箭头: 直角上 97">
              <a:extLst>
                <a:ext uri="{FF2B5EF4-FFF2-40B4-BE49-F238E27FC236}">
                  <a16:creationId xmlns:a16="http://schemas.microsoft.com/office/drawing/2014/main" id="{9E9C844B-51AE-BEA6-CEA3-6CCF5B661B3D}"/>
                </a:ext>
              </a:extLst>
            </p:cNvPr>
            <p:cNvSpPr/>
            <p:nvPr/>
          </p:nvSpPr>
          <p:spPr>
            <a:xfrm>
              <a:off x="5172720" y="4175737"/>
              <a:ext cx="3203510" cy="583570"/>
            </a:xfrm>
            <a:prstGeom prst="bentUpArrow">
              <a:avLst>
                <a:gd name="adj1" fmla="val 18326"/>
                <a:gd name="adj2" fmla="val 23204"/>
                <a:gd name="adj3" fmla="val 40079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箭头: 直角上 95">
              <a:extLst>
                <a:ext uri="{FF2B5EF4-FFF2-40B4-BE49-F238E27FC236}">
                  <a16:creationId xmlns:a16="http://schemas.microsoft.com/office/drawing/2014/main" id="{F20D45E9-B91E-EE9B-21A4-E4FD93863155}"/>
                </a:ext>
              </a:extLst>
            </p:cNvPr>
            <p:cNvSpPr/>
            <p:nvPr/>
          </p:nvSpPr>
          <p:spPr>
            <a:xfrm flipH="1">
              <a:off x="4351210" y="4348371"/>
              <a:ext cx="3608660" cy="410936"/>
            </a:xfrm>
            <a:prstGeom prst="bentUpArrow">
              <a:avLst>
                <a:gd name="adj1" fmla="val 26040"/>
                <a:gd name="adj2" fmla="val 30918"/>
                <a:gd name="adj3" fmla="val 36773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 Searching</a:t>
              </a:r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35" name="矩形: 圆角 334">
            <a:extLst>
              <a:ext uri="{FF2B5EF4-FFF2-40B4-BE49-F238E27FC236}">
                <a16:creationId xmlns:a16="http://schemas.microsoft.com/office/drawing/2014/main" id="{64D78AB8-E969-346C-404D-43E88F7CCAA2}"/>
              </a:ext>
            </a:extLst>
          </p:cNvPr>
          <p:cNvSpPr/>
          <p:nvPr/>
        </p:nvSpPr>
        <p:spPr>
          <a:xfrm flipH="1">
            <a:off x="740679" y="2404274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6" name="矩形: 圆角 335">
            <a:extLst>
              <a:ext uri="{FF2B5EF4-FFF2-40B4-BE49-F238E27FC236}">
                <a16:creationId xmlns:a16="http://schemas.microsoft.com/office/drawing/2014/main" id="{29BAEFD8-FEEC-D487-2779-BDE3562A363A}"/>
              </a:ext>
            </a:extLst>
          </p:cNvPr>
          <p:cNvSpPr/>
          <p:nvPr/>
        </p:nvSpPr>
        <p:spPr>
          <a:xfrm flipH="1">
            <a:off x="895888" y="2404274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7" name="矩形: 圆角 336">
            <a:extLst>
              <a:ext uri="{FF2B5EF4-FFF2-40B4-BE49-F238E27FC236}">
                <a16:creationId xmlns:a16="http://schemas.microsoft.com/office/drawing/2014/main" id="{2D7DDAB6-CE9A-4F55-F4D7-31751770C1C5}"/>
              </a:ext>
            </a:extLst>
          </p:cNvPr>
          <p:cNvSpPr/>
          <p:nvPr/>
        </p:nvSpPr>
        <p:spPr>
          <a:xfrm flipH="1">
            <a:off x="1051097" y="2404274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8" name="矩形: 圆角 337">
            <a:extLst>
              <a:ext uri="{FF2B5EF4-FFF2-40B4-BE49-F238E27FC236}">
                <a16:creationId xmlns:a16="http://schemas.microsoft.com/office/drawing/2014/main" id="{08992EB4-E871-C1CC-E152-23468D77E172}"/>
              </a:ext>
            </a:extLst>
          </p:cNvPr>
          <p:cNvSpPr/>
          <p:nvPr/>
        </p:nvSpPr>
        <p:spPr>
          <a:xfrm flipH="1">
            <a:off x="1206306" y="2404274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6415B3D0-8AE5-D53E-67B5-1224B84A9337}"/>
              </a:ext>
            </a:extLst>
          </p:cNvPr>
          <p:cNvSpPr/>
          <p:nvPr/>
        </p:nvSpPr>
        <p:spPr>
          <a:xfrm flipH="1">
            <a:off x="1361515" y="2404274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0" name="矩形: 圆角 339">
            <a:extLst>
              <a:ext uri="{FF2B5EF4-FFF2-40B4-BE49-F238E27FC236}">
                <a16:creationId xmlns:a16="http://schemas.microsoft.com/office/drawing/2014/main" id="{CC1AE87D-08F1-A7D6-CF56-08FD450D3FC7}"/>
              </a:ext>
            </a:extLst>
          </p:cNvPr>
          <p:cNvSpPr/>
          <p:nvPr/>
        </p:nvSpPr>
        <p:spPr>
          <a:xfrm flipH="1">
            <a:off x="1516724" y="2404274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1" name="矩形: 圆角 340">
            <a:extLst>
              <a:ext uri="{FF2B5EF4-FFF2-40B4-BE49-F238E27FC236}">
                <a16:creationId xmlns:a16="http://schemas.microsoft.com/office/drawing/2014/main" id="{35251B52-10D2-AE39-04BE-A3E87BA65969}"/>
              </a:ext>
            </a:extLst>
          </p:cNvPr>
          <p:cNvSpPr/>
          <p:nvPr/>
        </p:nvSpPr>
        <p:spPr>
          <a:xfrm flipH="1">
            <a:off x="1671933" y="2404274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2" name="矩形: 圆角 341">
            <a:extLst>
              <a:ext uri="{FF2B5EF4-FFF2-40B4-BE49-F238E27FC236}">
                <a16:creationId xmlns:a16="http://schemas.microsoft.com/office/drawing/2014/main" id="{735C336D-09E7-253F-8C97-1EB321498CAC}"/>
              </a:ext>
            </a:extLst>
          </p:cNvPr>
          <p:cNvSpPr/>
          <p:nvPr/>
        </p:nvSpPr>
        <p:spPr>
          <a:xfrm flipH="1">
            <a:off x="1827142" y="2404274"/>
            <a:ext cx="130009" cy="33466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3" name="箭头: 左右 342">
            <a:extLst>
              <a:ext uri="{FF2B5EF4-FFF2-40B4-BE49-F238E27FC236}">
                <a16:creationId xmlns:a16="http://schemas.microsoft.com/office/drawing/2014/main" id="{A597CA6D-F60C-E3B6-CEE3-A15C51D544A2}"/>
              </a:ext>
            </a:extLst>
          </p:cNvPr>
          <p:cNvSpPr/>
          <p:nvPr/>
        </p:nvSpPr>
        <p:spPr>
          <a:xfrm>
            <a:off x="6198281" y="844802"/>
            <a:ext cx="1124986" cy="316995"/>
          </a:xfrm>
          <a:prstGeom prst="leftRightArrow">
            <a:avLst>
              <a:gd name="adj1" fmla="val 39317"/>
              <a:gd name="adj2" fmla="val 50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Interacting</a:t>
            </a:r>
            <a:endParaRPr lang="zh-CN" alt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0" name="任意多边形: 形状 349">
            <a:extLst>
              <a:ext uri="{FF2B5EF4-FFF2-40B4-BE49-F238E27FC236}">
                <a16:creationId xmlns:a16="http://schemas.microsoft.com/office/drawing/2014/main" id="{5A599BBB-195A-C9A8-6A71-9CAAD5691C88}"/>
              </a:ext>
            </a:extLst>
          </p:cNvPr>
          <p:cNvSpPr/>
          <p:nvPr/>
        </p:nvSpPr>
        <p:spPr>
          <a:xfrm>
            <a:off x="5032985" y="869642"/>
            <a:ext cx="1535009" cy="1231414"/>
          </a:xfrm>
          <a:custGeom>
            <a:avLst/>
            <a:gdLst>
              <a:gd name="connsiteX0" fmla="*/ 887283 w 1535009"/>
              <a:gd name="connsiteY0" fmla="*/ 121083 h 1231414"/>
              <a:gd name="connsiteX1" fmla="*/ 463950 w 1535009"/>
              <a:gd name="connsiteY1" fmla="*/ 2550 h 1231414"/>
              <a:gd name="connsiteX2" fmla="*/ 27916 w 1535009"/>
              <a:gd name="connsiteY2" fmla="*/ 235383 h 1231414"/>
              <a:gd name="connsiteX3" fmla="*/ 74483 w 1535009"/>
              <a:gd name="connsiteY3" fmla="*/ 675650 h 1231414"/>
              <a:gd name="connsiteX4" fmla="*/ 324250 w 1535009"/>
              <a:gd name="connsiteY4" fmla="*/ 878850 h 1231414"/>
              <a:gd name="connsiteX5" fmla="*/ 468183 w 1535009"/>
              <a:gd name="connsiteY5" fmla="*/ 1179417 h 1231414"/>
              <a:gd name="connsiteX6" fmla="*/ 633283 w 1535009"/>
              <a:gd name="connsiteY6" fmla="*/ 1230217 h 1231414"/>
              <a:gd name="connsiteX7" fmla="*/ 938083 w 1535009"/>
              <a:gd name="connsiteY7" fmla="*/ 1166717 h 1231414"/>
              <a:gd name="connsiteX8" fmla="*/ 1120116 w 1535009"/>
              <a:gd name="connsiteY8" fmla="*/ 971983 h 1231414"/>
              <a:gd name="connsiteX9" fmla="*/ 1391050 w 1535009"/>
              <a:gd name="connsiteY9" fmla="*/ 874617 h 1231414"/>
              <a:gd name="connsiteX10" fmla="*/ 1534983 w 1535009"/>
              <a:gd name="connsiteY10" fmla="*/ 641783 h 1231414"/>
              <a:gd name="connsiteX11" fmla="*/ 1399516 w 1535009"/>
              <a:gd name="connsiteY11" fmla="*/ 328517 h 1231414"/>
              <a:gd name="connsiteX12" fmla="*/ 1043916 w 1535009"/>
              <a:gd name="connsiteY12" fmla="*/ 273483 h 1231414"/>
              <a:gd name="connsiteX13" fmla="*/ 887283 w 1535009"/>
              <a:gd name="connsiteY13" fmla="*/ 121083 h 1231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35009" h="1231414">
                <a:moveTo>
                  <a:pt x="887283" y="121083"/>
                </a:moveTo>
                <a:cubicBezTo>
                  <a:pt x="790622" y="75927"/>
                  <a:pt x="607178" y="-16500"/>
                  <a:pt x="463950" y="2550"/>
                </a:cubicBezTo>
                <a:cubicBezTo>
                  <a:pt x="320722" y="21600"/>
                  <a:pt x="92827" y="123200"/>
                  <a:pt x="27916" y="235383"/>
                </a:cubicBezTo>
                <a:cubicBezTo>
                  <a:pt x="-36995" y="347566"/>
                  <a:pt x="25094" y="568406"/>
                  <a:pt x="74483" y="675650"/>
                </a:cubicBezTo>
                <a:cubicBezTo>
                  <a:pt x="123872" y="782894"/>
                  <a:pt x="258633" y="794889"/>
                  <a:pt x="324250" y="878850"/>
                </a:cubicBezTo>
                <a:cubicBezTo>
                  <a:pt x="389867" y="962811"/>
                  <a:pt x="416677" y="1120856"/>
                  <a:pt x="468183" y="1179417"/>
                </a:cubicBezTo>
                <a:cubicBezTo>
                  <a:pt x="519688" y="1237978"/>
                  <a:pt x="554966" y="1232334"/>
                  <a:pt x="633283" y="1230217"/>
                </a:cubicBezTo>
                <a:cubicBezTo>
                  <a:pt x="711600" y="1228100"/>
                  <a:pt x="856944" y="1209756"/>
                  <a:pt x="938083" y="1166717"/>
                </a:cubicBezTo>
                <a:cubicBezTo>
                  <a:pt x="1019222" y="1123678"/>
                  <a:pt x="1044622" y="1020666"/>
                  <a:pt x="1120116" y="971983"/>
                </a:cubicBezTo>
                <a:cubicBezTo>
                  <a:pt x="1195610" y="923300"/>
                  <a:pt x="1321906" y="929650"/>
                  <a:pt x="1391050" y="874617"/>
                </a:cubicBezTo>
                <a:cubicBezTo>
                  <a:pt x="1460194" y="819584"/>
                  <a:pt x="1533572" y="732800"/>
                  <a:pt x="1534983" y="641783"/>
                </a:cubicBezTo>
                <a:cubicBezTo>
                  <a:pt x="1536394" y="550766"/>
                  <a:pt x="1481360" y="389900"/>
                  <a:pt x="1399516" y="328517"/>
                </a:cubicBezTo>
                <a:cubicBezTo>
                  <a:pt x="1317672" y="267134"/>
                  <a:pt x="1134227" y="310172"/>
                  <a:pt x="1043916" y="273483"/>
                </a:cubicBezTo>
                <a:cubicBezTo>
                  <a:pt x="953605" y="236794"/>
                  <a:pt x="983944" y="166239"/>
                  <a:pt x="887283" y="121083"/>
                </a:cubicBezTo>
                <a:close/>
              </a:path>
            </a:pathLst>
          </a:custGeom>
          <a:noFill/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箭头: 右 72">
            <a:extLst>
              <a:ext uri="{FF2B5EF4-FFF2-40B4-BE49-F238E27FC236}">
                <a16:creationId xmlns:a16="http://schemas.microsoft.com/office/drawing/2014/main" id="{9482F806-7AFC-4F15-C882-2447E6B776B4}"/>
              </a:ext>
            </a:extLst>
          </p:cNvPr>
          <p:cNvSpPr/>
          <p:nvPr/>
        </p:nvSpPr>
        <p:spPr>
          <a:xfrm>
            <a:off x="3564707" y="1011362"/>
            <a:ext cx="1703392" cy="377731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Prefab Instantiation</a:t>
            </a:r>
          </a:p>
        </p:txBody>
      </p:sp>
      <p:sp>
        <p:nvSpPr>
          <p:cNvPr id="12" name="箭头: 左右 11">
            <a:extLst>
              <a:ext uri="{FF2B5EF4-FFF2-40B4-BE49-F238E27FC236}">
                <a16:creationId xmlns:a16="http://schemas.microsoft.com/office/drawing/2014/main" id="{420ED5D7-62B6-0398-ED9A-BFB26EC1462A}"/>
              </a:ext>
            </a:extLst>
          </p:cNvPr>
          <p:cNvSpPr/>
          <p:nvPr/>
        </p:nvSpPr>
        <p:spPr>
          <a:xfrm>
            <a:off x="4366778" y="1554358"/>
            <a:ext cx="1044472" cy="316995"/>
          </a:xfrm>
          <a:prstGeom prst="left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Bridging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2" name="矩形: 圆角 351">
            <a:extLst>
              <a:ext uri="{FF2B5EF4-FFF2-40B4-BE49-F238E27FC236}">
                <a16:creationId xmlns:a16="http://schemas.microsoft.com/office/drawing/2014/main" id="{A9E32536-C2DA-9968-3FF3-00B825ADC9B2}"/>
              </a:ext>
            </a:extLst>
          </p:cNvPr>
          <p:cNvSpPr/>
          <p:nvPr/>
        </p:nvSpPr>
        <p:spPr>
          <a:xfrm rot="5400000" flipH="1">
            <a:off x="5675334" y="1268743"/>
            <a:ext cx="104584" cy="24919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7" name="箭头: 下 356">
            <a:extLst>
              <a:ext uri="{FF2B5EF4-FFF2-40B4-BE49-F238E27FC236}">
                <a16:creationId xmlns:a16="http://schemas.microsoft.com/office/drawing/2014/main" id="{CB407AC2-D760-65F8-72D4-387459777C30}"/>
              </a:ext>
            </a:extLst>
          </p:cNvPr>
          <p:cNvSpPr/>
          <p:nvPr/>
        </p:nvSpPr>
        <p:spPr>
          <a:xfrm rot="5400000">
            <a:off x="6519909" y="1286321"/>
            <a:ext cx="275898" cy="1183451"/>
          </a:xfrm>
          <a:prstGeom prst="downArrow">
            <a:avLst>
              <a:gd name="adj1" fmla="val 38782"/>
              <a:gd name="adj2" fmla="val 4883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vert270" wrap="none" lIns="0" tIns="0" rIns="0" bIns="0" rtlCol="0" anchor="ctr"/>
          <a:lstStyle/>
          <a:p>
            <a:pPr algn="ctr">
              <a:lnSpc>
                <a:spcPts val="700"/>
              </a:lnSpc>
            </a:pPr>
            <a:r>
              <a:rPr lang="en-US" altLang="zh-C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Binding</a:t>
            </a:r>
            <a:endParaRPr lang="zh-CN" alt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0" name="箭头: 右 359">
            <a:extLst>
              <a:ext uri="{FF2B5EF4-FFF2-40B4-BE49-F238E27FC236}">
                <a16:creationId xmlns:a16="http://schemas.microsoft.com/office/drawing/2014/main" id="{35B17428-17FD-AE32-255B-AD229BC71DD3}"/>
              </a:ext>
            </a:extLst>
          </p:cNvPr>
          <p:cNvSpPr/>
          <p:nvPr/>
        </p:nvSpPr>
        <p:spPr>
          <a:xfrm>
            <a:off x="6580869" y="1310569"/>
            <a:ext cx="827465" cy="253926"/>
          </a:xfrm>
          <a:prstGeom prst="rightArrow">
            <a:avLst>
              <a:gd name="adj1" fmla="val 58373"/>
              <a:gd name="adj2" fmla="val 615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700"/>
              </a:lnSpc>
            </a:pPr>
            <a:r>
              <a:rPr lang="en-US" altLang="zh-C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Execution</a:t>
            </a:r>
            <a:endParaRPr lang="zh-CN" alt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4" name="Rectangle: Rounded Corners 169">
            <a:extLst>
              <a:ext uri="{FF2B5EF4-FFF2-40B4-BE49-F238E27FC236}">
                <a16:creationId xmlns:a16="http://schemas.microsoft.com/office/drawing/2014/main" id="{5D0D006F-32BB-F91D-0071-C8A46AD3EDE1}"/>
              </a:ext>
            </a:extLst>
          </p:cNvPr>
          <p:cNvSpPr/>
          <p:nvPr/>
        </p:nvSpPr>
        <p:spPr>
          <a:xfrm>
            <a:off x="7121953" y="1689391"/>
            <a:ext cx="987941" cy="340181"/>
          </a:xfrm>
          <a:prstGeom prst="roundRect">
            <a:avLst>
              <a:gd name="adj" fmla="val 50000"/>
            </a:avLst>
          </a:prstGeom>
          <a:solidFill>
            <a:sysClr val="window" lastClr="FFFFFF">
              <a:lumMod val="85000"/>
            </a:sysClr>
          </a:solidFill>
          <a:ln w="22225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lvl="0" algn="ctr" defTabSz="326532">
              <a:lnSpc>
                <a:spcPts val="1000"/>
              </a:lnSpc>
              <a:defRPr/>
            </a:pPr>
            <a:r>
              <a:rPr lang="en-US" altLang="zh-CN" sz="1400" b="1" kern="0" dirty="0">
                <a:solidFill>
                  <a:prstClr val="black"/>
                </a:solidFill>
                <a:latin typeface="Calibri"/>
                <a:cs typeface="Calibri"/>
              </a:rPr>
              <a:t>Action Executor</a:t>
            </a:r>
            <a:endParaRPr lang="en-HK" altLang="zh-CN" sz="1400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D6F625CC-4547-C1FB-04CD-89A7AD8DDB22}"/>
              </a:ext>
            </a:extLst>
          </p:cNvPr>
          <p:cNvGrpSpPr/>
          <p:nvPr/>
        </p:nvGrpSpPr>
        <p:grpSpPr>
          <a:xfrm>
            <a:off x="7382355" y="818006"/>
            <a:ext cx="599688" cy="633921"/>
            <a:chOff x="7088031" y="6351077"/>
            <a:chExt cx="599688" cy="633921"/>
          </a:xfrm>
        </p:grpSpPr>
        <p:sp>
          <p:nvSpPr>
            <p:cNvPr id="346" name="Rectangle: Rounded Corners 169">
              <a:extLst>
                <a:ext uri="{FF2B5EF4-FFF2-40B4-BE49-F238E27FC236}">
                  <a16:creationId xmlns:a16="http://schemas.microsoft.com/office/drawing/2014/main" id="{2336CC30-12A6-C645-54AA-E156CEBE9FFA}"/>
                </a:ext>
              </a:extLst>
            </p:cNvPr>
            <p:cNvSpPr/>
            <p:nvPr/>
          </p:nvSpPr>
          <p:spPr>
            <a:xfrm>
              <a:off x="7088031" y="6351077"/>
              <a:ext cx="599688" cy="633921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85000"/>
              </a:sysClr>
            </a:solidFill>
            <a:ln w="25400" cap="rnd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tIns="0" rIns="0" bIns="0" rtlCol="0" anchor="b"/>
            <a:lstStyle/>
            <a:p>
              <a:pPr algn="ctr"/>
              <a:r>
                <a:rPr lang="en-US" altLang="zh-CN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Agent</a:t>
              </a:r>
              <a:endParaRPr lang="zh-CN" altLang="zh-CN" sz="800" b="1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3" name="图片 102">
              <a:extLst>
                <a:ext uri="{FF2B5EF4-FFF2-40B4-BE49-F238E27FC236}">
                  <a16:creationId xmlns:a16="http://schemas.microsoft.com/office/drawing/2014/main" id="{5242A32B-C646-75C8-C114-E3CAA57C8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0842" y="6384795"/>
              <a:ext cx="396565" cy="396565"/>
            </a:xfrm>
            <a:prstGeom prst="rect">
              <a:avLst/>
            </a:prstGeom>
          </p:spPr>
        </p:pic>
      </p:grpSp>
      <p:sp>
        <p:nvSpPr>
          <p:cNvPr id="361" name="矩形: 圆角 360">
            <a:extLst>
              <a:ext uri="{FF2B5EF4-FFF2-40B4-BE49-F238E27FC236}">
                <a16:creationId xmlns:a16="http://schemas.microsoft.com/office/drawing/2014/main" id="{F25814C5-EA90-0AAE-2545-E691A72ECAF6}"/>
              </a:ext>
            </a:extLst>
          </p:cNvPr>
          <p:cNvSpPr/>
          <p:nvPr/>
        </p:nvSpPr>
        <p:spPr>
          <a:xfrm rot="5400000" flipH="1">
            <a:off x="5904889" y="1690809"/>
            <a:ext cx="104584" cy="24919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2" name="矩形: 圆角 361">
            <a:extLst>
              <a:ext uri="{FF2B5EF4-FFF2-40B4-BE49-F238E27FC236}">
                <a16:creationId xmlns:a16="http://schemas.microsoft.com/office/drawing/2014/main" id="{0E40DBC9-985E-8A8F-0A26-1DD51C7379D1}"/>
              </a:ext>
            </a:extLst>
          </p:cNvPr>
          <p:cNvSpPr/>
          <p:nvPr/>
        </p:nvSpPr>
        <p:spPr>
          <a:xfrm rot="5400000" flipH="1">
            <a:off x="6326212" y="1310837"/>
            <a:ext cx="104584" cy="249196"/>
          </a:xfrm>
          <a:prstGeom prst="roundRect">
            <a:avLst/>
          </a:prstGeom>
          <a:gradFill rotWithShape="1">
            <a:gsLst>
              <a:gs pos="0">
                <a:srgbClr val="27CED7">
                  <a:satMod val="103000"/>
                  <a:lumMod val="102000"/>
                  <a:tint val="94000"/>
                </a:srgbClr>
              </a:gs>
              <a:gs pos="50000">
                <a:srgbClr val="27CED7">
                  <a:satMod val="110000"/>
                  <a:lumMod val="100000"/>
                  <a:shade val="100000"/>
                </a:srgbClr>
              </a:gs>
              <a:gs pos="100000">
                <a:srgbClr val="27CED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27CED7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64" name="图片 363">
            <a:extLst>
              <a:ext uri="{FF2B5EF4-FFF2-40B4-BE49-F238E27FC236}">
                <a16:creationId xmlns:a16="http://schemas.microsoft.com/office/drawing/2014/main" id="{67226387-8D4F-B377-3E34-2E82CE5E3B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771" y="497478"/>
            <a:ext cx="334416" cy="33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0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454CF-E55F-BBE5-7CBD-AA52CDB7F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A4379EB1-47BB-3A10-81F1-71BB971A7D88}"/>
              </a:ext>
            </a:extLst>
          </p:cNvPr>
          <p:cNvSpPr/>
          <p:nvPr/>
        </p:nvSpPr>
        <p:spPr>
          <a:xfrm>
            <a:off x="648963" y="1329636"/>
            <a:ext cx="4810934" cy="22815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Disk Storage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31950D8-F2BB-0C87-5962-29AD32AD6A6B}"/>
              </a:ext>
            </a:extLst>
          </p:cNvPr>
          <p:cNvSpPr/>
          <p:nvPr/>
        </p:nvSpPr>
        <p:spPr>
          <a:xfrm>
            <a:off x="5886247" y="1247912"/>
            <a:ext cx="1919768" cy="26195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Edit-time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A8AD0D5-E3A6-B36B-7065-E0E967B5DB85}"/>
              </a:ext>
            </a:extLst>
          </p:cNvPr>
          <p:cNvSpPr/>
          <p:nvPr/>
        </p:nvSpPr>
        <p:spPr>
          <a:xfrm>
            <a:off x="845952" y="1843013"/>
            <a:ext cx="4436854" cy="1585987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99CB38">
                  <a:satMod val="103000"/>
                  <a:lumMod val="102000"/>
                  <a:tint val="94000"/>
                </a:srgbClr>
              </a:gs>
              <a:gs pos="50000">
                <a:srgbClr val="99CB38">
                  <a:satMod val="110000"/>
                  <a:lumMod val="100000"/>
                  <a:shade val="100000"/>
                </a:srgbClr>
              </a:gs>
              <a:gs pos="100000">
                <a:srgbClr val="99CB38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Test Plan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FE1B76F-B7FC-5DDA-7E1A-04C303E296F6}"/>
              </a:ext>
            </a:extLst>
          </p:cNvPr>
          <p:cNvSpPr/>
          <p:nvPr/>
        </p:nvSpPr>
        <p:spPr>
          <a:xfrm>
            <a:off x="935819" y="2329070"/>
            <a:ext cx="2634974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Task Unit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749C226-7CCF-7348-3FD7-63CBF87CD06B}"/>
              </a:ext>
            </a:extLst>
          </p:cNvPr>
          <p:cNvSpPr/>
          <p:nvPr/>
        </p:nvSpPr>
        <p:spPr>
          <a:xfrm>
            <a:off x="3670186" y="2329070"/>
            <a:ext cx="321983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3288117-9A6D-1152-D086-1EF56A60624E}"/>
              </a:ext>
            </a:extLst>
          </p:cNvPr>
          <p:cNvSpPr/>
          <p:nvPr/>
        </p:nvSpPr>
        <p:spPr>
          <a:xfrm>
            <a:off x="4057536" y="2329070"/>
            <a:ext cx="321983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8147DB4-8D62-BFA8-A695-ACFBF00387FF}"/>
              </a:ext>
            </a:extLst>
          </p:cNvPr>
          <p:cNvSpPr/>
          <p:nvPr/>
        </p:nvSpPr>
        <p:spPr>
          <a:xfrm>
            <a:off x="4458894" y="2329070"/>
            <a:ext cx="321983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C3461C5-2D3D-4BF5-E264-4613D38C2F28}"/>
              </a:ext>
            </a:extLst>
          </p:cNvPr>
          <p:cNvSpPr/>
          <p:nvPr/>
        </p:nvSpPr>
        <p:spPr>
          <a:xfrm>
            <a:off x="4846244" y="2329070"/>
            <a:ext cx="321983" cy="93207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4C1A3">
                  <a:satMod val="103000"/>
                  <a:lumMod val="102000"/>
                  <a:tint val="94000"/>
                </a:srgbClr>
              </a:gs>
              <a:gs pos="50000">
                <a:srgbClr val="44C1A3">
                  <a:satMod val="110000"/>
                  <a:lumMod val="100000"/>
                  <a:shade val="100000"/>
                </a:srgbClr>
              </a:gs>
              <a:gs pos="100000">
                <a:srgbClr val="44C1A3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4366ED5-CF0F-FE62-E7C6-C5B996DC407C}"/>
              </a:ext>
            </a:extLst>
          </p:cNvPr>
          <p:cNvSpPr/>
          <p:nvPr/>
        </p:nvSpPr>
        <p:spPr>
          <a:xfrm>
            <a:off x="1017542" y="2738785"/>
            <a:ext cx="1510745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Action Unit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C304834-5901-2E7B-4C42-9CD55B7CBF23}"/>
              </a:ext>
            </a:extLst>
          </p:cNvPr>
          <p:cNvSpPr/>
          <p:nvPr/>
        </p:nvSpPr>
        <p:spPr>
          <a:xfrm flipH="1">
            <a:off x="2593653" y="2738785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FABEEC6-7183-C505-C57B-71FF7061FA9D}"/>
              </a:ext>
            </a:extLst>
          </p:cNvPr>
          <p:cNvSpPr/>
          <p:nvPr/>
        </p:nvSpPr>
        <p:spPr>
          <a:xfrm flipH="1">
            <a:off x="2811670" y="2738785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C8D70C6-10CF-11B8-6720-FBCDED4BD1D5}"/>
              </a:ext>
            </a:extLst>
          </p:cNvPr>
          <p:cNvSpPr/>
          <p:nvPr/>
        </p:nvSpPr>
        <p:spPr>
          <a:xfrm flipH="1">
            <a:off x="3029687" y="2738785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E445D61-6781-C57D-261C-000BE8771747}"/>
              </a:ext>
            </a:extLst>
          </p:cNvPr>
          <p:cNvSpPr/>
          <p:nvPr/>
        </p:nvSpPr>
        <p:spPr>
          <a:xfrm flipH="1">
            <a:off x="3247704" y="2738785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12D7176D-AE9A-6BE3-6156-57D881AC5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487" y="563586"/>
            <a:ext cx="570821" cy="570821"/>
          </a:xfrm>
          <a:prstGeom prst="rect">
            <a:avLst/>
          </a:prstGeom>
        </p:spPr>
      </p:pic>
      <p:sp>
        <p:nvSpPr>
          <p:cNvPr id="43" name="矩形 42">
            <a:extLst>
              <a:ext uri="{FF2B5EF4-FFF2-40B4-BE49-F238E27FC236}">
                <a16:creationId xmlns:a16="http://schemas.microsoft.com/office/drawing/2014/main" id="{27211CFE-1484-181E-1172-47BAA985BEA9}"/>
              </a:ext>
            </a:extLst>
          </p:cNvPr>
          <p:cNvSpPr/>
          <p:nvPr/>
        </p:nvSpPr>
        <p:spPr>
          <a:xfrm>
            <a:off x="1539201" y="4443683"/>
            <a:ext cx="1930146" cy="795529"/>
          </a:xfrm>
          <a:prstGeom prst="rect">
            <a:avLst/>
          </a:prstGeom>
          <a:noFill/>
          <a:ln w="222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Action Units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12379C64-457F-ECB3-8B75-BB6FE76156D8}"/>
              </a:ext>
            </a:extLst>
          </p:cNvPr>
          <p:cNvSpPr/>
          <p:nvPr/>
        </p:nvSpPr>
        <p:spPr>
          <a:xfrm flipH="1">
            <a:off x="1653780" y="472997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D7265BBF-62B0-BEAC-255F-90C7A1B6BC98}"/>
              </a:ext>
            </a:extLst>
          </p:cNvPr>
          <p:cNvSpPr/>
          <p:nvPr/>
        </p:nvSpPr>
        <p:spPr>
          <a:xfrm flipH="1">
            <a:off x="1871797" y="472997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8860C37-2B61-1675-65CA-52AC6D129668}"/>
              </a:ext>
            </a:extLst>
          </p:cNvPr>
          <p:cNvSpPr/>
          <p:nvPr/>
        </p:nvSpPr>
        <p:spPr>
          <a:xfrm flipH="1">
            <a:off x="2089814" y="472997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897586A-C300-62AE-30C4-5720A8358B8E}"/>
              </a:ext>
            </a:extLst>
          </p:cNvPr>
          <p:cNvSpPr/>
          <p:nvPr/>
        </p:nvSpPr>
        <p:spPr>
          <a:xfrm flipH="1">
            <a:off x="2307831" y="472997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29EF1403-F359-C9CD-3909-36BC3806ED8D}"/>
              </a:ext>
            </a:extLst>
          </p:cNvPr>
          <p:cNvSpPr/>
          <p:nvPr/>
        </p:nvSpPr>
        <p:spPr>
          <a:xfrm flipH="1">
            <a:off x="2521642" y="473008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4FF4BAB-04C5-91D6-F1A7-4014B012F31B}"/>
              </a:ext>
            </a:extLst>
          </p:cNvPr>
          <p:cNvSpPr/>
          <p:nvPr/>
        </p:nvSpPr>
        <p:spPr>
          <a:xfrm flipH="1">
            <a:off x="2739659" y="473008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9C67831-7BEB-D47B-5639-362A32148EE6}"/>
              </a:ext>
            </a:extLst>
          </p:cNvPr>
          <p:cNvSpPr/>
          <p:nvPr/>
        </p:nvSpPr>
        <p:spPr>
          <a:xfrm flipH="1">
            <a:off x="2957676" y="473008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FF1B19FD-955F-7424-8F4C-CCFF068E3316}"/>
              </a:ext>
            </a:extLst>
          </p:cNvPr>
          <p:cNvSpPr/>
          <p:nvPr/>
        </p:nvSpPr>
        <p:spPr>
          <a:xfrm flipH="1">
            <a:off x="3175693" y="4730086"/>
            <a:ext cx="170319" cy="404190"/>
          </a:xfrm>
          <a:prstGeom prst="roundRect">
            <a:avLst/>
          </a:prstGeom>
          <a:gradFill rotWithShape="1">
            <a:gsLst>
              <a:gs pos="0">
                <a:srgbClr val="51C3F9">
                  <a:satMod val="103000"/>
                  <a:lumMod val="102000"/>
                  <a:tint val="94000"/>
                </a:srgbClr>
              </a:gs>
              <a:gs pos="50000">
                <a:srgbClr val="51C3F9">
                  <a:satMod val="110000"/>
                  <a:lumMod val="100000"/>
                  <a:shade val="100000"/>
                </a:srgbClr>
              </a:gs>
              <a:gs pos="100000">
                <a:srgbClr val="51C3F9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vert="horz" rtlCol="0" anchor="t"/>
          <a:lstStyle/>
          <a:p>
            <a:pPr marL="0" marR="0" lvl="0" indent="0" algn="ctr" defTabSz="91440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箭头: 下 51">
            <a:extLst>
              <a:ext uri="{FF2B5EF4-FFF2-40B4-BE49-F238E27FC236}">
                <a16:creationId xmlns:a16="http://schemas.microsoft.com/office/drawing/2014/main" id="{DC7FF2F9-3924-3B64-334A-58B7632D5217}"/>
              </a:ext>
            </a:extLst>
          </p:cNvPr>
          <p:cNvSpPr/>
          <p:nvPr/>
        </p:nvSpPr>
        <p:spPr>
          <a:xfrm>
            <a:off x="1772914" y="3191256"/>
            <a:ext cx="755373" cy="11018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Rectangle: Rounded Corners 169">
            <a:extLst>
              <a:ext uri="{FF2B5EF4-FFF2-40B4-BE49-F238E27FC236}">
                <a16:creationId xmlns:a16="http://schemas.microsoft.com/office/drawing/2014/main" id="{6FABDFD6-9B43-3F19-7B6A-0D66E74BC98C}"/>
              </a:ext>
            </a:extLst>
          </p:cNvPr>
          <p:cNvSpPr/>
          <p:nvPr/>
        </p:nvSpPr>
        <p:spPr>
          <a:xfrm>
            <a:off x="3104794" y="3838715"/>
            <a:ext cx="2165997" cy="411019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25400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lvl="0" algn="ctr" defTabSz="326532">
              <a:defRPr/>
            </a:pPr>
            <a:r>
              <a:rPr lang="en-US" altLang="zh-CN" b="1" kern="0" dirty="0">
                <a:solidFill>
                  <a:prstClr val="black"/>
                </a:solidFill>
                <a:latin typeface="Calibri"/>
                <a:cs typeface="Calibri"/>
              </a:rPr>
              <a:t>Test Plan Parser</a:t>
            </a:r>
            <a:endParaRPr lang="en-HK" altLang="zh-CN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A7A64135-E357-12F9-652F-0A13198A3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274" y="3644766"/>
            <a:ext cx="614792" cy="614792"/>
          </a:xfrm>
          <a:prstGeom prst="rect">
            <a:avLst/>
          </a:prstGeom>
        </p:spPr>
      </p:pic>
      <p:sp>
        <p:nvSpPr>
          <p:cNvPr id="59" name="矩形 58">
            <a:extLst>
              <a:ext uri="{FF2B5EF4-FFF2-40B4-BE49-F238E27FC236}">
                <a16:creationId xmlns:a16="http://schemas.microsoft.com/office/drawing/2014/main" id="{68398094-D138-52E5-37B7-3532AA4018A5}"/>
              </a:ext>
            </a:extLst>
          </p:cNvPr>
          <p:cNvSpPr/>
          <p:nvPr/>
        </p:nvSpPr>
        <p:spPr>
          <a:xfrm>
            <a:off x="8018915" y="1247911"/>
            <a:ext cx="2722830" cy="26195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Play Mode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: Rounded Corners 169">
            <a:extLst>
              <a:ext uri="{FF2B5EF4-FFF2-40B4-BE49-F238E27FC236}">
                <a16:creationId xmlns:a16="http://schemas.microsoft.com/office/drawing/2014/main" id="{11F42C93-1EB6-F74C-D661-660BFF953524}"/>
              </a:ext>
            </a:extLst>
          </p:cNvPr>
          <p:cNvSpPr/>
          <p:nvPr/>
        </p:nvSpPr>
        <p:spPr>
          <a:xfrm>
            <a:off x="7388326" y="2636006"/>
            <a:ext cx="1594669" cy="421335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25400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lvl="0" algn="ctr" defTabSz="326532">
              <a:defRPr/>
            </a:pPr>
            <a:r>
              <a:rPr lang="en-US" altLang="zh-CN" b="1" kern="0" dirty="0">
                <a:solidFill>
                  <a:prstClr val="black"/>
                </a:solidFill>
                <a:latin typeface="Calibri"/>
                <a:cs typeface="Calibri"/>
              </a:rPr>
              <a:t>ID Bridger</a:t>
            </a:r>
            <a:endParaRPr lang="en-HK" altLang="zh-CN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670A8054-3777-5771-6650-49E2DFC9B0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80" y="4232065"/>
            <a:ext cx="609600" cy="60960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36B536F0-F3F7-D3A2-5C2C-92A8B2872C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783" y="4170293"/>
            <a:ext cx="733143" cy="73314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E11CF420-685F-10C6-D94B-B038D23D0D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857" y="1863094"/>
            <a:ext cx="418575" cy="418575"/>
          </a:xfrm>
          <a:prstGeom prst="rect">
            <a:avLst/>
          </a:prstGeom>
        </p:spPr>
      </p:pic>
      <p:sp>
        <p:nvSpPr>
          <p:cNvPr id="2" name="Rectangle: Rounded Corners 169">
            <a:extLst>
              <a:ext uri="{FF2B5EF4-FFF2-40B4-BE49-F238E27FC236}">
                <a16:creationId xmlns:a16="http://schemas.microsoft.com/office/drawing/2014/main" id="{9ABC76EE-B96B-A41A-3C39-A5296272944C}"/>
              </a:ext>
            </a:extLst>
          </p:cNvPr>
          <p:cNvSpPr/>
          <p:nvPr/>
        </p:nvSpPr>
        <p:spPr>
          <a:xfrm>
            <a:off x="6546770" y="2071001"/>
            <a:ext cx="3045620" cy="421335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25400" cap="rnd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lvl="0" algn="ctr" defTabSz="326532">
              <a:defRPr/>
            </a:pPr>
            <a:r>
              <a:rPr lang="en-US" altLang="zh-CN" b="1" kern="0" dirty="0">
                <a:solidFill>
                  <a:prstClr val="black"/>
                </a:solidFill>
                <a:latin typeface="Calibri"/>
                <a:ea typeface="等线"/>
                <a:cs typeface="Calibri"/>
              </a:rPr>
              <a:t>ID Manager</a:t>
            </a:r>
            <a:endParaRPr lang="en-HK" altLang="zh-CN" b="1" kern="0" dirty="0">
              <a:solidFill>
                <a:prstClr val="black"/>
              </a:solidFill>
              <a:latin typeface="Calibri"/>
              <a:ea typeface="等线"/>
              <a:cs typeface="Calibri"/>
            </a:endParaRPr>
          </a:p>
        </p:txBody>
      </p:sp>
      <p:cxnSp>
        <p:nvCxnSpPr>
          <p:cNvPr id="4" name="直接箭头连接符 3" descr="123123">
            <a:extLst>
              <a:ext uri="{FF2B5EF4-FFF2-40B4-BE49-F238E27FC236}">
                <a16:creationId xmlns:a16="http://schemas.microsoft.com/office/drawing/2014/main" id="{8019F2CF-9567-FCE6-5BF5-7F383BAFBB56}"/>
              </a:ext>
            </a:extLst>
          </p:cNvPr>
          <p:cNvCxnSpPr>
            <a:cxnSpLocks/>
          </p:cNvCxnSpPr>
          <p:nvPr/>
        </p:nvCxnSpPr>
        <p:spPr>
          <a:xfrm>
            <a:off x="7862243" y="4932071"/>
            <a:ext cx="2241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07D6ADF-1AE6-0C19-8017-0406A10EA6D4}"/>
              </a:ext>
            </a:extLst>
          </p:cNvPr>
          <p:cNvSpPr txBox="1"/>
          <p:nvPr/>
        </p:nvSpPr>
        <p:spPr>
          <a:xfrm>
            <a:off x="8102486" y="4670411"/>
            <a:ext cx="178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123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64DA672D-4971-E845-1707-A1E9E8B35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009" y="3678316"/>
            <a:ext cx="485328" cy="48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0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E6725-31F2-AB57-9163-AC53E8BC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05EBE025-DA42-8CE0-300D-1CD047CF0A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7428149"/>
              </p:ext>
            </p:extLst>
          </p:nvPr>
        </p:nvGraphicFramePr>
        <p:xfrm>
          <a:off x="1496290" y="1490472"/>
          <a:ext cx="3537482" cy="1820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88C5A1E5-A172-D965-9B73-80279A7E4D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2933018"/>
              </p:ext>
            </p:extLst>
          </p:nvPr>
        </p:nvGraphicFramePr>
        <p:xfrm>
          <a:off x="3265031" y="4318688"/>
          <a:ext cx="3537482" cy="1820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8140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82</Words>
  <Application>Microsoft Office PowerPoint</Application>
  <PresentationFormat>宽屏</PresentationFormat>
  <Paragraphs>44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Consolas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Zhengyang Zhu</dc:creator>
  <cp:lastModifiedBy>Zhengyang Zhu</cp:lastModifiedBy>
  <cp:revision>8</cp:revision>
  <dcterms:created xsi:type="dcterms:W3CDTF">2025-11-06T07:27:59Z</dcterms:created>
  <dcterms:modified xsi:type="dcterms:W3CDTF">2025-11-07T12:55:34Z</dcterms:modified>
</cp:coreProperties>
</file>