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10169" r:id="rId3"/>
    <p:sldId id="10170" r:id="rId4"/>
    <p:sldId id="10181" r:id="rId5"/>
    <p:sldId id="10182" r:id="rId6"/>
    <p:sldId id="10186" r:id="rId7"/>
    <p:sldId id="10183" r:id="rId8"/>
    <p:sldId id="10184" r:id="rId9"/>
    <p:sldId id="10185" r:id="rId10"/>
    <p:sldId id="1707" r:id="rId11"/>
  </p:sldIdLst>
  <p:sldSz cx="12192000" cy="6858000"/>
  <p:notesSz cx="9928225" cy="67976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8" userDrawn="1">
          <p15:clr>
            <a:srgbClr val="A4A3A4"/>
          </p15:clr>
        </p15:guide>
        <p15:guide id="2" orient="horz" pos="712" userDrawn="1">
          <p15:clr>
            <a:srgbClr val="A4A3A4"/>
          </p15:clr>
        </p15:guide>
        <p15:guide id="3" orient="horz" pos="3928" userDrawn="1">
          <p15:clr>
            <a:srgbClr val="A4A3A4"/>
          </p15:clr>
        </p15:guide>
        <p15:guide id="4" orient="horz" pos="3859" userDrawn="1">
          <p15:clr>
            <a:srgbClr val="A4A3A4"/>
          </p15:clr>
        </p15:guide>
        <p15:guide id="5" pos="347" userDrawn="1">
          <p15:clr>
            <a:srgbClr val="A4A3A4"/>
          </p15:clr>
        </p15:guide>
        <p15:guide id="6" pos="72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rman Yi" initials="N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4F26"/>
    <a:srgbClr val="3F7141"/>
    <a:srgbClr val="FFFFFF"/>
    <a:srgbClr val="254B25"/>
    <a:srgbClr val="006600"/>
    <a:srgbClr val="095D3C"/>
    <a:srgbClr val="659476"/>
    <a:srgbClr val="F5FFF5"/>
    <a:srgbClr val="E7FFE7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4" autoAdjust="0"/>
    <p:restoredTop sz="95175" autoAdjust="0"/>
  </p:normalViewPr>
  <p:slideViewPr>
    <p:cSldViewPr showGuides="1">
      <p:cViewPr varScale="1">
        <p:scale>
          <a:sx n="77" d="100"/>
          <a:sy n="77" d="100"/>
        </p:scale>
        <p:origin x="72" y="66"/>
      </p:cViewPr>
      <p:guideLst>
        <p:guide orient="horz" pos="648"/>
        <p:guide orient="horz" pos="712"/>
        <p:guide orient="horz" pos="3928"/>
        <p:guide orient="horz" pos="3859"/>
        <p:guide pos="347"/>
        <p:guide pos="72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131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427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47B739-58CF-A24E-997F-D77A7269B29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218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4271" y="6456218"/>
            <a:ext cx="4302231" cy="33988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41970AFB-7AED-6049-BFBF-E1DE4EB5833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4271" y="0"/>
            <a:ext cx="4302231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56328F3-DBA5-514D-BCD2-A752A55B1C84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2"/>
            <a:ext cx="7942580" cy="267658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219"/>
            <a:ext cx="4302231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4271" y="6456219"/>
            <a:ext cx="4302231" cy="34145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9D868098-1248-AF4B-9632-94315C0DC7A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700214"/>
            <a:ext cx="12192000" cy="2736898"/>
          </a:xfrm>
          <a:prstGeom prst="rect">
            <a:avLst/>
          </a:prstGeom>
          <a:solidFill>
            <a:srgbClr val="095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63789"/>
            <a:ext cx="9144000" cy="1809749"/>
          </a:xfrm>
        </p:spPr>
        <p:txBody>
          <a:bodyPr anchor="ctr"/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25144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5" name="图片 4" descr="QR 代码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8" y="45263"/>
            <a:ext cx="6840000" cy="1223497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128FB2-63AA-4DB6-A3F1-A94B03FC60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纲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257"/>
            <a:ext cx="9802531" cy="917944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1340768"/>
            <a:ext cx="11089232" cy="5015581"/>
          </a:xfrm>
          <a:prstGeom prst="rect">
            <a:avLst/>
          </a:prstGeom>
        </p:spPr>
        <p:txBody>
          <a:bodyPr>
            <a:normAutofit/>
          </a:bodyPr>
          <a:lstStyle>
            <a:lvl1pPr marL="360680" indent="-360680">
              <a:lnSpc>
                <a:spcPct val="125000"/>
              </a:lnSpc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51384" y="18257"/>
            <a:ext cx="9802531" cy="917944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609600" y="1412776"/>
            <a:ext cx="10972800" cy="471338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lnSpc>
                <a:spcPct val="125000"/>
              </a:lnSpc>
              <a:buFont typeface="Wingdings" panose="05000000000000000000" pitchFamily="2" charset="2"/>
              <a:buChar char="n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 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191344" y="6356350"/>
            <a:ext cx="339005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649688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756" y="1412777"/>
            <a:ext cx="5855044" cy="494312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12776"/>
            <a:ext cx="5828456" cy="49435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344472" cy="98072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344" y="1000820"/>
            <a:ext cx="5828456" cy="48396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00820"/>
            <a:ext cx="5183188" cy="48396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0"/>
          </p:nvPr>
        </p:nvSpPr>
        <p:spPr>
          <a:xfrm>
            <a:off x="164757" y="1504876"/>
            <a:ext cx="5855043" cy="48514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04876"/>
            <a:ext cx="5828456" cy="48514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64757" y="6356350"/>
            <a:ext cx="11259836" cy="365124"/>
          </a:xfrm>
        </p:spPr>
        <p:txBody>
          <a:bodyPr anchor="b"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424592" y="6356350"/>
            <a:ext cx="576064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128FB2-63AA-4DB6-A3F1-A94B03FC60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/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400" y="18257"/>
            <a:ext cx="9658515" cy="9179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5400" y="1268760"/>
            <a:ext cx="10801200" cy="49082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 flipV="1">
            <a:off x="0" y="952870"/>
            <a:ext cx="12192000" cy="16671"/>
          </a:xfrm>
          <a:prstGeom prst="line">
            <a:avLst/>
          </a:prstGeom>
          <a:ln w="38100">
            <a:solidFill>
              <a:srgbClr val="00531D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6" name="图片 5" descr="微信图片_20211101165202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60000" y="455155"/>
            <a:ext cx="1000800" cy="962092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28FB2-63AA-4DB6-A3F1-A94B03FC60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60680" indent="-360680" algn="l" defTabSz="914400" rtl="0" eaLnBrk="1" latinLnBrk="0" hangingPunct="1">
        <a:lnSpc>
          <a:spcPct val="90000"/>
        </a:lnSpc>
        <a:spcBef>
          <a:spcPts val="1000"/>
        </a:spcBef>
        <a:buClr>
          <a:srgbClr val="054F26"/>
        </a:buClr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54F26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54F26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54F26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54F26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/>
          <p:nvPr>
            <p:ph type="ctrTitle"/>
          </p:nvPr>
        </p:nvSpPr>
        <p:spPr>
          <a:xfrm>
            <a:off x="1010920" y="2132965"/>
            <a:ext cx="10170160" cy="1809750"/>
          </a:xfrm>
        </p:spPr>
        <p:txBody>
          <a:bodyPr>
            <a:normAutofit fontScale="90000"/>
          </a:bodyPr>
          <a:p>
            <a:r>
              <a:rPr lang="en-US" altLang="zh-CN"/>
              <a:t>Mission: Impossible Language Models</a:t>
            </a:r>
            <a:r>
              <a:rPr lang="zh-CN" altLang="en-US"/>
              <a:t>写作技巧分析</a:t>
            </a:r>
            <a:endParaRPr lang="zh-CN" altLang="en-US"/>
          </a:p>
        </p:txBody>
      </p:sp>
      <p:sp>
        <p:nvSpPr>
          <p:cNvPr id="5" name="副标题 4"/>
          <p:cNvSpPr/>
          <p:nvPr>
            <p:ph type="subTitle" idx="1"/>
          </p:nvPr>
        </p:nvSpPr>
        <p:spPr>
          <a:xfrm>
            <a:off x="181610" y="4725035"/>
            <a:ext cx="11927840" cy="1655445"/>
          </a:xfrm>
        </p:spPr>
        <p:txBody>
          <a:bodyPr>
            <a:normAutofit/>
          </a:bodyPr>
          <a:p>
            <a:r>
              <a:rPr lang="zh-CN" altLang="en-US"/>
              <a:t>论文会议：</a:t>
            </a:r>
            <a:r>
              <a:rPr lang="en-US" altLang="zh-CN"/>
              <a:t>ACL 2024 Best Paper</a:t>
            </a:r>
            <a:endParaRPr lang="en-US" altLang="zh-CN"/>
          </a:p>
          <a:p>
            <a:r>
              <a:rPr lang="zh-CN" altLang="en-US"/>
              <a:t>论文作者信息：</a:t>
            </a:r>
            <a:r>
              <a:rPr lang="en-US" altLang="zh-CN"/>
              <a:t>Julie Kallini, Isabel Papadimitriou(Stanford University)</a:t>
            </a:r>
            <a:endParaRPr lang="en-US" altLang="zh-CN"/>
          </a:p>
          <a:p>
            <a:r>
              <a:rPr lang="zh-CN" altLang="en-US"/>
              <a:t>汇报学生：</a:t>
            </a:r>
            <a:r>
              <a:rPr lang="en-US" altLang="zh-CN"/>
              <a:t>25214929</a:t>
            </a:r>
            <a:r>
              <a:rPr lang="zh-CN" altLang="en-US"/>
              <a:t>冼幸曦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目录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</a:t>
            </a:r>
            <a:endParaRPr lang="zh-CN" altLang="en-US" dirty="0"/>
          </a:p>
          <a:p>
            <a:pPr lvl="1"/>
            <a:r>
              <a:rPr lang="zh-CN" altLang="en-US" dirty="0"/>
              <a:t>明确的作者贡献与消除歧义（</a:t>
            </a:r>
            <a:r>
              <a:rPr lang="en-US" altLang="zh-CN" dirty="0"/>
              <a:t>Clarity: Clarify Who Did What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/>
            <a:r>
              <a:rPr lang="zh-CN" altLang="en-US" dirty="0"/>
              <a:t>突出核心发现与结构化（</a:t>
            </a:r>
            <a:r>
              <a:rPr lang="en-US" altLang="zh-CN" dirty="0"/>
              <a:t>Highlighting Your Findings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 Hedging </a:t>
            </a:r>
            <a:r>
              <a:rPr lang="zh-CN" altLang="en-US" dirty="0"/>
              <a:t>，学术语气稳健（</a:t>
            </a:r>
            <a:r>
              <a:rPr lang="en-US" altLang="zh-CN" dirty="0"/>
              <a:t>Hedging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/>
            <a:r>
              <a:rPr lang="zh-CN" altLang="en-US" dirty="0"/>
              <a:t>讨论局限性（</a:t>
            </a:r>
            <a:r>
              <a:rPr lang="en-US" altLang="zh-CN" dirty="0"/>
              <a:t>Discuss Limitation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缺点</a:t>
            </a:r>
            <a:endParaRPr lang="zh-CN" altLang="en-US" dirty="0"/>
          </a:p>
          <a:p>
            <a:pPr lvl="1"/>
            <a:r>
              <a:rPr lang="zh-CN" altLang="en-US" dirty="0"/>
              <a:t>强烈的断言（</a:t>
            </a:r>
            <a:r>
              <a:rPr lang="en-US" altLang="zh-CN" dirty="0"/>
              <a:t>Assertiveness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/>
            <a:r>
              <a:rPr lang="zh-CN" altLang="en-US" dirty="0"/>
              <a:t>弱化的结论总结（</a:t>
            </a:r>
            <a:r>
              <a:rPr lang="en-US" altLang="zh-CN" dirty="0"/>
              <a:t>Conclusion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优点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明确的作者贡献与消除歧义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使用第一人称（</a:t>
            </a:r>
            <a:r>
              <a:rPr lang="en-US" altLang="zh-CN" dirty="0"/>
              <a:t>we </a:t>
            </a:r>
            <a:r>
              <a:rPr lang="zh-CN" altLang="en-US" dirty="0"/>
              <a:t>和</a:t>
            </a:r>
            <a:r>
              <a:rPr lang="en-US" altLang="zh-CN" dirty="0"/>
              <a:t> our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/>
            <a:r>
              <a:rPr lang="zh-CN" altLang="en-US" dirty="0"/>
              <a:t>明确区分自身工作</a:t>
            </a:r>
            <a:endParaRPr lang="zh-CN" altLang="en-US" dirty="0"/>
          </a:p>
          <a:p>
            <a:pPr lvl="2"/>
            <a:r>
              <a:rPr lang="en-US" altLang="zh-CN" dirty="0"/>
              <a:t>Here </a:t>
            </a:r>
            <a:r>
              <a:rPr lang="en-US" altLang="zh-CN" b="1" dirty="0"/>
              <a:t>we</a:t>
            </a:r>
            <a:r>
              <a:rPr lang="en-US" altLang="zh-CN" dirty="0"/>
              <a:t> provide extensive new experimental evidence...</a:t>
            </a:r>
            <a:endParaRPr lang="zh-CN" altLang="en-US" sz="2000" dirty="0"/>
          </a:p>
          <a:p>
            <a:pPr lvl="2"/>
            <a:r>
              <a:rPr lang="en-US" altLang="zh-CN" dirty="0"/>
              <a:t>What </a:t>
            </a:r>
            <a:r>
              <a:rPr lang="en-US" altLang="zh-CN" b="1" dirty="0"/>
              <a:t>we</a:t>
            </a:r>
            <a:r>
              <a:rPr lang="en-US" altLang="zh-CN" dirty="0"/>
              <a:t> find is that these models indeed struggle...</a:t>
            </a:r>
            <a:endParaRPr lang="en-US" altLang="zh-CN" dirty="0"/>
          </a:p>
          <a:p>
            <a:pPr lvl="2"/>
            <a:r>
              <a:rPr lang="en-US" altLang="zh-CN" b="1" dirty="0"/>
              <a:t>Our</a:t>
            </a:r>
            <a:r>
              <a:rPr lang="en-US" altLang="zh-CN" dirty="0"/>
              <a:t> experimental results strongly challenge the claims...</a:t>
            </a:r>
            <a:endParaRPr lang="en-US" altLang="zh-CN" dirty="0"/>
          </a:p>
          <a:p>
            <a:pPr lvl="0"/>
            <a:r>
              <a:rPr lang="zh-CN" altLang="en-US" sz="2800" dirty="0"/>
              <a:t>使用</a:t>
            </a:r>
            <a:r>
              <a:rPr lang="zh-CN" altLang="en-US" dirty="0">
                <a:sym typeface="+mn-ea"/>
              </a:rPr>
              <a:t>主动语态</a:t>
            </a:r>
            <a:endParaRPr lang="en-US" altLang="zh-CN" dirty="0"/>
          </a:p>
          <a:p>
            <a:pPr lvl="1"/>
            <a:r>
              <a:rPr lang="zh-CN" altLang="en-US" dirty="0"/>
              <a:t>使用对比，让我们知道哪些是作者的发现，哪些是文献中的观点，这避免了被动语态可能带来的混淆</a:t>
            </a:r>
            <a:endParaRPr lang="zh-CN" altLang="en-US" dirty="0"/>
          </a:p>
          <a:p>
            <a:pPr lvl="2"/>
            <a:r>
              <a:rPr lang="en-US" altLang="zh-CN" b="1" dirty="0"/>
              <a:t>We train </a:t>
            </a:r>
            <a:r>
              <a:rPr lang="en-US" altLang="zh-CN" dirty="0"/>
              <a:t>standard GPT-2 small models... to produce confidence intervals for </a:t>
            </a:r>
            <a:r>
              <a:rPr lang="en-US" altLang="zh-CN" b="1" dirty="0"/>
              <a:t>our</a:t>
            </a:r>
            <a:r>
              <a:rPr lang="en-US" altLang="zh-CN" dirty="0"/>
              <a:t> experiments, </a:t>
            </a:r>
            <a:r>
              <a:rPr lang="en-US" altLang="zh-CN" b="1" dirty="0"/>
              <a:t>we train </a:t>
            </a:r>
            <a:r>
              <a:rPr lang="en-US" altLang="zh-CN" dirty="0"/>
              <a:t>5 sets of models...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优点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突出核心发现与结构化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使用项目符号（</a:t>
            </a:r>
            <a:r>
              <a:rPr lang="en-US" altLang="zh-CN" dirty="0"/>
              <a:t>Bullets</a:t>
            </a:r>
            <a:r>
              <a:rPr lang="zh-CN" altLang="en-US" dirty="0"/>
              <a:t>）、加粗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r>
              <a:rPr lang="zh-CN" altLang="en-US" dirty="0"/>
              <a:t>图表优美醒目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4700" y="1124585"/>
            <a:ext cx="3228975" cy="2495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717290"/>
            <a:ext cx="5448300" cy="2883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优点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>
                <a:sym typeface="+mn-ea"/>
              </a:rPr>
              <a:t>使用</a:t>
            </a:r>
            <a:r>
              <a:rPr lang="en-US" altLang="zh-CN" dirty="0">
                <a:sym typeface="+mn-ea"/>
              </a:rPr>
              <a:t> Hedging </a:t>
            </a:r>
            <a:r>
              <a:rPr lang="zh-CN" altLang="en-US" dirty="0">
                <a:sym typeface="+mn-ea"/>
              </a:rPr>
              <a:t>，学术语气稳健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“</a:t>
            </a:r>
            <a:r>
              <a:rPr lang="zh-CN" altLang="en-US" dirty="0"/>
              <a:t>弱化语气</a:t>
            </a:r>
            <a:r>
              <a:rPr lang="en-US" altLang="zh-CN" dirty="0"/>
              <a:t>”</a:t>
            </a:r>
            <a:r>
              <a:rPr lang="zh-CN" altLang="en-US" dirty="0"/>
              <a:t>，避免绝对化判断</a:t>
            </a:r>
            <a:endParaRPr lang="zh-CN" altLang="en-US" dirty="0"/>
          </a:p>
          <a:p>
            <a:pPr lvl="1"/>
            <a:r>
              <a:rPr lang="en-US" altLang="zh-CN" dirty="0"/>
              <a:t>Our results </a:t>
            </a:r>
            <a:r>
              <a:rPr lang="en-US" altLang="zh-CN" b="1" dirty="0"/>
              <a:t>suggest </a:t>
            </a:r>
            <a:r>
              <a:rPr lang="en-US" altLang="zh-CN" dirty="0"/>
              <a:t>GPT-2 struggles…</a:t>
            </a:r>
            <a:endParaRPr lang="en-US" altLang="zh-CN" dirty="0"/>
          </a:p>
          <a:p>
            <a:pPr lvl="1"/>
            <a:r>
              <a:rPr lang="en-US" altLang="zh-CN" dirty="0"/>
              <a:t>…we </a:t>
            </a:r>
            <a:r>
              <a:rPr lang="en-US" altLang="zh-CN" b="1" dirty="0"/>
              <a:t>hope </a:t>
            </a:r>
            <a:r>
              <a:rPr lang="en-US" altLang="zh-CN" dirty="0"/>
              <a:t>this opens new directions…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优点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讨论局限性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180" y="1340485"/>
            <a:ext cx="5253990" cy="5015865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明确讨论局限性</a:t>
            </a:r>
            <a:endParaRPr lang="zh-CN" altLang="en-US" dirty="0"/>
          </a:p>
          <a:p>
            <a:pPr lvl="1"/>
            <a:r>
              <a:rPr lang="zh-CN" altLang="en-US" dirty="0"/>
              <a:t>指出由于资源限制，他们只使用了</a:t>
            </a:r>
            <a:r>
              <a:rPr lang="en-US" altLang="zh-CN" dirty="0"/>
              <a:t>GPT-2</a:t>
            </a:r>
            <a:r>
              <a:rPr lang="zh-CN" altLang="en-US" dirty="0"/>
              <a:t>架构</a:t>
            </a:r>
            <a:endParaRPr lang="zh-CN" altLang="en-US" dirty="0"/>
          </a:p>
          <a:p>
            <a:pPr lvl="1"/>
            <a:r>
              <a:rPr lang="zh-CN" altLang="en-US" dirty="0"/>
              <a:t>强调未来可结合其他架构验证</a:t>
            </a:r>
            <a:endParaRPr lang="zh-CN" altLang="en-US" dirty="0"/>
          </a:p>
          <a:p>
            <a:pPr lvl="1"/>
            <a:r>
              <a:rPr lang="zh-CN" altLang="en-US" dirty="0"/>
              <a:t>没有</a:t>
            </a:r>
            <a:r>
              <a:rPr lang="en-US" altLang="zh-CN" dirty="0"/>
              <a:t>“regrettably”</a:t>
            </a:r>
            <a:r>
              <a:rPr lang="zh-CN" altLang="en-US" dirty="0"/>
              <a:t>这种负面词，而是积极呈现局限、提出未来方向</a:t>
            </a:r>
            <a:endParaRPr lang="zh-CN" altLang="en-US" dirty="0"/>
          </a:p>
          <a:p>
            <a:pPr marL="457200" lvl="1" indent="0">
              <a:buNone/>
            </a:pP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701165"/>
            <a:ext cx="4724400" cy="3686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缺点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强烈的断言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过度断言的风险</a:t>
            </a:r>
            <a:endParaRPr lang="zh-CN" altLang="en-US" dirty="0"/>
          </a:p>
          <a:p>
            <a:pPr lvl="1"/>
            <a:r>
              <a:rPr lang="zh-CN" altLang="en-US" dirty="0"/>
              <a:t>论文直接指出他们的结果</a:t>
            </a:r>
            <a:r>
              <a:rPr lang="en-US" altLang="zh-CN" dirty="0"/>
              <a:t>“</a:t>
            </a:r>
            <a:r>
              <a:rPr lang="en-US" altLang="zh-CN" b="1" dirty="0"/>
              <a:t>strongly challenge</a:t>
            </a:r>
            <a:r>
              <a:rPr lang="en-US" altLang="zh-CN" dirty="0"/>
              <a:t> the claims of Chomsky and others”</a:t>
            </a:r>
            <a:r>
              <a:rPr lang="zh-CN" altLang="en-US" dirty="0"/>
              <a:t>，甚至称乔姆斯基等人的主张是</a:t>
            </a:r>
            <a:r>
              <a:rPr lang="en-US" altLang="zh-CN" dirty="0"/>
              <a:t>“</a:t>
            </a:r>
            <a:r>
              <a:rPr lang="en-US" altLang="zh-CN" b="1" dirty="0"/>
              <a:t>unfounded assertions</a:t>
            </a:r>
            <a:r>
              <a:rPr lang="zh-CN" altLang="en-US" dirty="0"/>
              <a:t>（没有根据的断言）</a:t>
            </a:r>
            <a:r>
              <a:rPr lang="en-US" altLang="zh-CN" dirty="0"/>
              <a:t>”</a:t>
            </a:r>
            <a:endParaRPr lang="en-US" altLang="zh-CN" dirty="0"/>
          </a:p>
          <a:p>
            <a:pPr lvl="1"/>
            <a:r>
              <a:rPr lang="zh-CN" altLang="en-US" dirty="0"/>
              <a:t>这里没有做到</a:t>
            </a:r>
            <a:r>
              <a:rPr lang="en-US" altLang="zh-CN" dirty="0"/>
              <a:t>Hedging</a:t>
            </a:r>
            <a:r>
              <a:rPr lang="zh-CN" altLang="en-US" dirty="0"/>
              <a:t>，应该更加谨慎和诚恳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缺点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弱化的结论总结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180" y="1340485"/>
            <a:ext cx="5247005" cy="5015865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结论起始不突出</a:t>
            </a:r>
            <a:endParaRPr lang="zh-CN" altLang="en-US" dirty="0"/>
          </a:p>
          <a:p>
            <a:pPr lvl="1"/>
            <a:r>
              <a:rPr lang="zh-CN" altLang="en-US" dirty="0"/>
              <a:t>论文在</a:t>
            </a:r>
            <a:r>
              <a:rPr lang="en-US" altLang="zh-CN" b="1" dirty="0"/>
              <a:t>Discussion and Conclusion</a:t>
            </a:r>
            <a:r>
              <a:rPr lang="zh-CN" altLang="en-US" dirty="0"/>
              <a:t>部分虽然提出了主张，但开篇并没有直接给出最突出的发现，而是以</a:t>
            </a:r>
            <a:r>
              <a:rPr lang="en-US" altLang="zh-CN" dirty="0"/>
              <a:t>“Contra claims by Chomsky and others... we argue...” </a:t>
            </a:r>
            <a:r>
              <a:rPr lang="zh-CN" altLang="en-US" dirty="0"/>
              <a:t>开始</a:t>
            </a:r>
            <a:endParaRPr lang="zh-CN" altLang="en-US" dirty="0"/>
          </a:p>
          <a:p>
            <a:pPr lvl="1"/>
            <a:r>
              <a:rPr lang="zh-CN" altLang="en-US" dirty="0"/>
              <a:t>更像是</a:t>
            </a:r>
            <a:r>
              <a:rPr lang="en-US" altLang="zh-CN" dirty="0"/>
              <a:t>Introduction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6090" y="1916430"/>
            <a:ext cx="3800475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1244</Words>
  <Application>WPS 演示</Application>
  <PresentationFormat>宽屏</PresentationFormat>
  <Paragraphs>87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Calibri</vt:lpstr>
      <vt:lpstr>等线 Light</vt:lpstr>
      <vt:lpstr>Arial Unicode MS</vt:lpstr>
      <vt:lpstr>等线</vt:lpstr>
      <vt:lpstr>Office 主题</vt:lpstr>
      <vt:lpstr>Mission: Impossible Language Models写作技巧分析</vt:lpstr>
      <vt:lpstr>目录</vt:lpstr>
      <vt:lpstr>优点1： 明确的作者贡献与消除歧义</vt:lpstr>
      <vt:lpstr>优点2： 突出核心发现与结构化</vt:lpstr>
      <vt:lpstr>优点2： 突出核心发现与结构化</vt:lpstr>
      <vt:lpstr>优点3： 讨论局限性与建设性批评</vt:lpstr>
      <vt:lpstr>缺点1： 强烈的创新词汇和断言</vt:lpstr>
      <vt:lpstr>缺点2： 弱化的结论总结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基于模型可解释性技术的客户画像生成与模型优化</dc:title>
  <dc:creator/>
  <cp:lastModifiedBy>冼幸曦</cp:lastModifiedBy>
  <cp:revision>28</cp:revision>
  <cp:lastPrinted>2022-03-18T14:00:00Z</cp:lastPrinted>
  <dcterms:created xsi:type="dcterms:W3CDTF">2022-03-18T14:00:00Z</dcterms:created>
  <dcterms:modified xsi:type="dcterms:W3CDTF">2025-11-25T14:04:16Z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E258F25CE54341EA8539B1D8C3008919_12</vt:lpwstr>
  </property>
</Properties>
</file>