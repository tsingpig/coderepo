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4"/>
  </p:notesMasterIdLst>
  <p:sldIdLst>
    <p:sldId id="256" r:id="rId2"/>
    <p:sldId id="399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0B51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86501" autoAdjust="0"/>
  </p:normalViewPr>
  <p:slideViewPr>
    <p:cSldViewPr snapToGrid="0" snapToObjects="1">
      <p:cViewPr varScale="1">
        <p:scale>
          <a:sx n="139" d="100"/>
          <a:sy n="139" d="100"/>
        </p:scale>
        <p:origin x="8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440A07-CB81-B94E-8486-6299C881C602}" type="datetimeFigureOut">
              <a:rPr kumimoji="1" lang="zh-CN" altLang="en-US" smtClean="0"/>
              <a:t>2025/10/23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9EFDB2-DEE3-F041-A376-A8AE77F3A6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08474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9EFDB2-DEE3-F041-A376-A8AE77F3A626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84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z="12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9EFDB2-DEE3-F041-A376-A8AE77F3A626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4045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241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411B78-907C-8C41-9796-763990A089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09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3600" b="1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在这里填，求不弄乱样式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45E814-C6A3-4240-9428-811D560E87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46709" y="1227147"/>
            <a:ext cx="11199741" cy="523220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marL="360000" indent="-360000">
              <a:lnSpc>
                <a:spcPct val="100000"/>
              </a:lnSpc>
              <a:spcBef>
                <a:spcPts val="0"/>
              </a:spcBef>
              <a:buClr>
                <a:srgbClr val="0B5128"/>
              </a:buClr>
              <a:buFont typeface="Wingdings" pitchFamily="2" charset="2"/>
              <a:buChar char="n"/>
              <a:defRPr sz="2800" b="1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itchFamily="2" charset="2"/>
              <a:buChar char="Ø"/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F3CF80-3F43-074A-8FA4-A9800BF74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7811" y="6338999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2000">
                <a:solidFill>
                  <a:srgbClr val="0B512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fld id="{4E334DFF-A8DE-B148-81B1-4F37B46AC470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  <p:cxnSp>
        <p:nvCxnSpPr>
          <p:cNvPr id="7" name="直接连接符 9">
            <a:extLst>
              <a:ext uri="{FF2B5EF4-FFF2-40B4-BE49-F238E27FC236}">
                <a16:creationId xmlns:a16="http://schemas.microsoft.com/office/drawing/2014/main" id="{2A20E628-2C5A-D44D-B49A-6EC863E2FED0}"/>
              </a:ext>
            </a:extLst>
          </p:cNvPr>
          <p:cNvCxnSpPr>
            <a:cxnSpLocks/>
          </p:cNvCxnSpPr>
          <p:nvPr userDrawn="1"/>
        </p:nvCxnSpPr>
        <p:spPr>
          <a:xfrm>
            <a:off x="0" y="928688"/>
            <a:ext cx="12192000" cy="0"/>
          </a:xfrm>
          <a:prstGeom prst="line">
            <a:avLst/>
          </a:prstGeom>
          <a:ln w="38100">
            <a:solidFill>
              <a:srgbClr val="0B51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E:\学校\20121109221446303940.jpg">
            <a:extLst>
              <a:ext uri="{FF2B5EF4-FFF2-40B4-BE49-F238E27FC236}">
                <a16:creationId xmlns:a16="http://schemas.microsoft.com/office/drawing/2014/main" id="{F4CF1D26-F1B0-6D44-963A-914506CBF8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1845" y="434104"/>
            <a:ext cx="989166" cy="989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832BD33-9930-6048-9B87-2B725701F3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89" y="6206283"/>
            <a:ext cx="1493521" cy="497841"/>
          </a:xfrm>
          <a:prstGeom prst="rect">
            <a:avLst/>
          </a:prstGeom>
        </p:spPr>
      </p:pic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605E32E1-50A6-8E45-BD93-93794E264CA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97230" y="1942078"/>
            <a:ext cx="4354455" cy="581057"/>
          </a:xfrm>
          <a:prstGeom prst="rect">
            <a:avLst/>
          </a:prstGeom>
        </p:spPr>
        <p:txBody>
          <a:bodyPr wrap="square" lIns="90000" anchor="t" anchorCtr="0">
            <a:spAutoFit/>
          </a:bodyPr>
          <a:lstStyle>
            <a:lvl1pPr marL="360000" indent="-360000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itchFamily="2" charset="2"/>
              <a:buChar char="Ø"/>
              <a:defRPr sz="2400" b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itchFamily="2" charset="2"/>
              <a:buChar char="Ø"/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9409360-B745-984C-BDF1-2A9786E517B7}"/>
              </a:ext>
            </a:extLst>
          </p:cNvPr>
          <p:cNvSpPr txBox="1"/>
          <p:nvPr userDrawn="1"/>
        </p:nvSpPr>
        <p:spPr>
          <a:xfrm>
            <a:off x="2788920" y="23552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2230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684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B652CC4A-DCD8-B247-AD38-F2B8D479C240}"/>
              </a:ext>
            </a:extLst>
          </p:cNvPr>
          <p:cNvSpPr>
            <a:spLocks noGrp="1"/>
          </p:cNvSpPr>
          <p:nvPr/>
        </p:nvSpPr>
        <p:spPr bwMode="auto">
          <a:xfrm>
            <a:off x="-142240" y="2241899"/>
            <a:ext cx="12476480" cy="8886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0" rIns="90488" bIns="44450" numCol="1" anchor="b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2pPr>
            <a:lvl3pPr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3pPr>
            <a:lvl4pPr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4pPr>
            <a:lvl5pPr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5pPr>
            <a:lvl6pPr marL="457200"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6pPr>
            <a:lvl7pPr marL="914400"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7pPr>
            <a:lvl8pPr marL="1371600"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8pPr>
            <a:lvl9pPr marL="1828800" algn="l" rtl="0" eaLnBrk="0" fontAlgn="base" hangingPunct="0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algn="ctr"/>
            <a:r>
              <a:rPr lang="en-US" altLang="zh-CN" sz="3600" dirty="0">
                <a:solidFill>
                  <a:srgbClr val="0B51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Title</a:t>
            </a:r>
            <a:endParaRPr lang="zh-CN" altLang="en-US" sz="3600" dirty="0">
              <a:solidFill>
                <a:srgbClr val="0B51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2">
            <a:extLst>
              <a:ext uri="{FF2B5EF4-FFF2-40B4-BE49-F238E27FC236}">
                <a16:creationId xmlns:a16="http://schemas.microsoft.com/office/drawing/2014/main" id="{D545DC5F-5F1F-8641-B6C5-0ED2EDF17575}"/>
              </a:ext>
            </a:extLst>
          </p:cNvPr>
          <p:cNvSpPr>
            <a:spLocks noGrp="1"/>
          </p:cNvSpPr>
          <p:nvPr/>
        </p:nvSpPr>
        <p:spPr bwMode="auto">
          <a:xfrm>
            <a:off x="1524000" y="3429000"/>
            <a:ext cx="9144000" cy="1570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0" rIns="90488" bIns="4445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ctr" rtl="0" eaLnBrk="0" fontAlgn="base" hangingPunct="0"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75000"/>
              <a:buFont typeface="Monotype Sort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100000"/>
              <a:buFont typeface="Arial" charset="0"/>
              <a:buNone/>
              <a:defRPr sz="2800">
                <a:solidFill>
                  <a:schemeClr val="tx1"/>
                </a:solidFill>
                <a:latin typeface="+mn-lt"/>
              </a:defRPr>
            </a:lvl2pPr>
            <a:lvl3pPr marL="914400" indent="0" algn="ctr" rtl="0" eaLnBrk="0" fontAlgn="base" hangingPunct="0">
              <a:spcBef>
                <a:spcPct val="10000"/>
              </a:spcBef>
              <a:spcAft>
                <a:spcPts val="400"/>
              </a:spcAft>
              <a:buClr>
                <a:srgbClr val="0C7B9C"/>
              </a:buClr>
              <a:buSzPct val="70000"/>
              <a:buFont typeface="Wingdings" pitchFamily="2" charset="2"/>
              <a:buNone/>
              <a:defRPr sz="2400">
                <a:solidFill>
                  <a:schemeClr val="tx1"/>
                </a:solidFill>
                <a:latin typeface="+mn-lt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2860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7432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2004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657600" indent="0" algn="ctr" rtl="0" eaLnBrk="0" fontAlgn="base" hangingPunct="0">
              <a:spcBef>
                <a:spcPct val="20000"/>
              </a:spcBef>
              <a:spcAft>
                <a:spcPct val="0"/>
              </a:spcAft>
              <a:buSzPct val="100000"/>
              <a:buNone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40000"/>
              </a:lnSpc>
              <a:spcBef>
                <a:spcPts val="1800"/>
              </a:spcBef>
              <a:spcAft>
                <a:spcPts val="0"/>
              </a:spcAft>
            </a:pPr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Author</a:t>
            </a:r>
          </a:p>
          <a:p>
            <a:pPr>
              <a:lnSpc>
                <a:spcPct val="140000"/>
              </a:lnSpc>
              <a:spcBef>
                <a:spcPts val="1800"/>
              </a:spcBef>
              <a:spcAft>
                <a:spcPts val="0"/>
              </a:spcAft>
            </a:pPr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Time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0688E883-9BFB-564A-945E-ACAAD0382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2630" y="5110318"/>
            <a:ext cx="2055507" cy="6191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88968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>
            <a:extLst>
              <a:ext uri="{FF2B5EF4-FFF2-40B4-BE49-F238E27FC236}">
                <a16:creationId xmlns:a16="http://schemas.microsoft.com/office/drawing/2014/main" id="{6F35DDC5-37EA-734A-98BF-19D5C66F9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Introduction</a:t>
            </a:r>
            <a:endParaRPr lang="zh-CN" altLang="en-US" dirty="0"/>
          </a:p>
        </p:txBody>
      </p:sp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801D884F-1EB7-9C30-B109-0739733DD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09" y="1227147"/>
            <a:ext cx="11199741" cy="523220"/>
          </a:xfrm>
        </p:spPr>
        <p:txBody>
          <a:bodyPr/>
          <a:lstStyle/>
          <a:p>
            <a:r>
              <a:rPr lang="en-US" altLang="zh-CN" dirty="0"/>
              <a:t>Background</a:t>
            </a:r>
          </a:p>
        </p:txBody>
      </p:sp>
      <p:sp>
        <p:nvSpPr>
          <p:cNvPr id="21" name="内容占位符 4">
            <a:extLst>
              <a:ext uri="{FF2B5EF4-FFF2-40B4-BE49-F238E27FC236}">
                <a16:creationId xmlns:a16="http://schemas.microsoft.com/office/drawing/2014/main" id="{127B7A08-0023-E8FA-B313-9FE28D9749E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7229" y="1942078"/>
            <a:ext cx="10849221" cy="1199174"/>
          </a:xfrm>
        </p:spPr>
        <p:txBody>
          <a:bodyPr/>
          <a:lstStyle/>
          <a:p>
            <a:r>
              <a:rPr kumimoji="1" lang="en-US" altLang="zh-CN" dirty="0"/>
              <a:t>Title</a:t>
            </a:r>
          </a:p>
          <a:p>
            <a:pPr lvl="1"/>
            <a:r>
              <a:rPr kumimoji="1" lang="en-US" altLang="zh-CN" dirty="0"/>
              <a:t>Sub Text</a:t>
            </a:r>
          </a:p>
        </p:txBody>
      </p:sp>
    </p:spTree>
    <p:extLst>
      <p:ext uri="{BB962C8B-B14F-4D97-AF65-F5344CB8AC3E}">
        <p14:creationId xmlns:p14="http://schemas.microsoft.com/office/powerpoint/2010/main" val="4126800739"/>
      </p:ext>
    </p:extLst>
  </p:cSld>
  <p:clrMapOvr>
    <a:masterClrMapping/>
  </p:clrMapOvr>
</p:sld>
</file>

<file path=ppt/theme/theme1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20221230Security Assessment of Metaverse App</Template>
  <TotalTime>498</TotalTime>
  <Words>10</Words>
  <Application>Microsoft Office PowerPoint</Application>
  <PresentationFormat>宽屏</PresentationFormat>
  <Paragraphs>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Arial</vt:lpstr>
      <vt:lpstr>Wingdings</vt:lpstr>
      <vt:lpstr>2_自定义设计方案</vt:lpstr>
      <vt:lpstr>PowerPoint 演示文稿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正阳 朱</dc:creator>
  <cp:lastModifiedBy>Zhengyang Zhu</cp:lastModifiedBy>
  <cp:revision>6</cp:revision>
  <dcterms:created xsi:type="dcterms:W3CDTF">2025-01-19T05:05:40Z</dcterms:created>
  <dcterms:modified xsi:type="dcterms:W3CDTF">2025-10-23T12:53:49Z</dcterms:modified>
</cp:coreProperties>
</file>